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CAAEF-AFDA-4993-A0FF-0CF86457B5D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C1CB9D-B90C-44C7-8B7A-1B8704148992}">
      <dgm:prSet/>
      <dgm:spPr/>
      <dgm:t>
        <a:bodyPr/>
        <a:lstStyle/>
        <a:p>
          <a:r>
            <a:rPr lang="fr-FR"/>
            <a:t>• Développer un dashboard administratif complet</a:t>
          </a:r>
          <a:endParaRPr lang="en-US"/>
        </a:p>
      </dgm:t>
    </dgm:pt>
    <dgm:pt modelId="{BFD70206-D8B2-41AE-91FA-CE6DEA047B9E}" type="parTrans" cxnId="{F47F72D6-40AF-4002-A3BE-2142367463D5}">
      <dgm:prSet/>
      <dgm:spPr/>
      <dgm:t>
        <a:bodyPr/>
        <a:lstStyle/>
        <a:p>
          <a:endParaRPr lang="en-US"/>
        </a:p>
      </dgm:t>
    </dgm:pt>
    <dgm:pt modelId="{C9564608-07A8-45AD-82A1-877C70F900AB}" type="sibTrans" cxnId="{F47F72D6-40AF-4002-A3BE-2142367463D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5715B06-0B83-4434-8CBA-029AACE1C7D9}">
      <dgm:prSet/>
      <dgm:spPr/>
      <dgm:t>
        <a:bodyPr/>
        <a:lstStyle/>
        <a:p>
          <a:r>
            <a:rPr lang="fr-FR"/>
            <a:t>• Gérer 5 entités principales (CRUD complet)</a:t>
          </a:r>
          <a:endParaRPr lang="en-US"/>
        </a:p>
      </dgm:t>
    </dgm:pt>
    <dgm:pt modelId="{91074D4C-926C-4BC3-AAC2-62868F7028CB}" type="parTrans" cxnId="{35F6B3B8-CDF9-4E90-909F-BF859700A9FC}">
      <dgm:prSet/>
      <dgm:spPr/>
      <dgm:t>
        <a:bodyPr/>
        <a:lstStyle/>
        <a:p>
          <a:endParaRPr lang="en-US"/>
        </a:p>
      </dgm:t>
    </dgm:pt>
    <dgm:pt modelId="{9DDD3217-68A2-4625-9723-78323CC69DB8}" type="sibTrans" cxnId="{35F6B3B8-CDF9-4E90-909F-BF859700A9F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DAFA80D-1601-4D6F-A6C3-CE3EDD1D5993}">
      <dgm:prSet/>
      <dgm:spPr/>
      <dgm:t>
        <a:bodyPr/>
        <a:lstStyle/>
        <a:p>
          <a:r>
            <a:rPr lang="fr-FR"/>
            <a:t>• Visualisation en temps réel des données</a:t>
          </a:r>
          <a:endParaRPr lang="en-US"/>
        </a:p>
      </dgm:t>
    </dgm:pt>
    <dgm:pt modelId="{4887F0EA-2A63-4452-AF68-7ECADAABD36F}" type="parTrans" cxnId="{D6CFD2E7-47B7-4B07-8233-0943CEE22281}">
      <dgm:prSet/>
      <dgm:spPr/>
      <dgm:t>
        <a:bodyPr/>
        <a:lstStyle/>
        <a:p>
          <a:endParaRPr lang="en-US"/>
        </a:p>
      </dgm:t>
    </dgm:pt>
    <dgm:pt modelId="{790462B4-5F33-42B1-80F5-520D8735FA54}" type="sibTrans" cxnId="{D6CFD2E7-47B7-4B07-8233-0943CEE2228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815C275-3EC8-4A2A-AE41-0967DCA3CB2E}">
      <dgm:prSet/>
      <dgm:spPr/>
      <dgm:t>
        <a:bodyPr/>
        <a:lstStyle/>
        <a:p>
          <a:r>
            <a:rPr lang="fr-FR"/>
            <a:t>• Interface utilisateur moderne et intuitive</a:t>
          </a:r>
          <a:endParaRPr lang="en-US"/>
        </a:p>
      </dgm:t>
    </dgm:pt>
    <dgm:pt modelId="{4EE15361-E503-4D59-AEB2-BFD7395F5F7A}" type="parTrans" cxnId="{AAF8DF63-F413-4D38-B9E6-5A1F0B13B818}">
      <dgm:prSet/>
      <dgm:spPr/>
      <dgm:t>
        <a:bodyPr/>
        <a:lstStyle/>
        <a:p>
          <a:endParaRPr lang="en-US"/>
        </a:p>
      </dgm:t>
    </dgm:pt>
    <dgm:pt modelId="{6702CC64-4278-44BE-984D-45F81BBBCB5F}" type="sibTrans" cxnId="{AAF8DF63-F413-4D38-B9E6-5A1F0B13B81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9C031DE-FC18-4AD2-854E-E077C9BABE40}">
      <dgm:prSet/>
      <dgm:spPr/>
      <dgm:t>
        <a:bodyPr/>
        <a:lstStyle/>
        <a:p>
          <a:r>
            <a:rPr lang="fr-FR"/>
            <a:t>• Système d'authentification sécurisé</a:t>
          </a:r>
          <a:endParaRPr lang="en-US"/>
        </a:p>
      </dgm:t>
    </dgm:pt>
    <dgm:pt modelId="{5C890578-F542-46B0-9BA9-845EE0401BE6}" type="parTrans" cxnId="{80783AA9-60D8-4D6F-BCA1-3D6D858AB384}">
      <dgm:prSet/>
      <dgm:spPr/>
      <dgm:t>
        <a:bodyPr/>
        <a:lstStyle/>
        <a:p>
          <a:endParaRPr lang="en-US"/>
        </a:p>
      </dgm:t>
    </dgm:pt>
    <dgm:pt modelId="{10995F39-0E37-42A2-B0C7-689567DCE634}" type="sibTrans" cxnId="{80783AA9-60D8-4D6F-BCA1-3D6D858AB384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8200FEA4-9244-422A-81FD-F7A8A8E62C07}" type="pres">
      <dgm:prSet presAssocID="{057CAAEF-AFDA-4993-A0FF-0CF86457B5D2}" presName="Name0" presStyleCnt="0">
        <dgm:presLayoutVars>
          <dgm:animLvl val="lvl"/>
          <dgm:resizeHandles val="exact"/>
        </dgm:presLayoutVars>
      </dgm:prSet>
      <dgm:spPr/>
    </dgm:pt>
    <dgm:pt modelId="{E698604A-61E7-48CA-8A94-F08B2D95F116}" type="pres">
      <dgm:prSet presAssocID="{BFC1CB9D-B90C-44C7-8B7A-1B8704148992}" presName="compositeNode" presStyleCnt="0">
        <dgm:presLayoutVars>
          <dgm:bulletEnabled val="1"/>
        </dgm:presLayoutVars>
      </dgm:prSet>
      <dgm:spPr/>
    </dgm:pt>
    <dgm:pt modelId="{86717FEE-E5B0-43CC-8223-C84D58105D85}" type="pres">
      <dgm:prSet presAssocID="{BFC1CB9D-B90C-44C7-8B7A-1B8704148992}" presName="bgRect" presStyleLbl="alignNode1" presStyleIdx="0" presStyleCnt="5"/>
      <dgm:spPr/>
    </dgm:pt>
    <dgm:pt modelId="{3C4369FC-1D74-4852-A53B-208994E5D583}" type="pres">
      <dgm:prSet presAssocID="{C9564608-07A8-45AD-82A1-877C70F900AB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36E41A59-689A-4C7D-AB5B-B1D6D2FD5181}" type="pres">
      <dgm:prSet presAssocID="{BFC1CB9D-B90C-44C7-8B7A-1B8704148992}" presName="nodeRect" presStyleLbl="alignNode1" presStyleIdx="0" presStyleCnt="5">
        <dgm:presLayoutVars>
          <dgm:bulletEnabled val="1"/>
        </dgm:presLayoutVars>
      </dgm:prSet>
      <dgm:spPr/>
    </dgm:pt>
    <dgm:pt modelId="{D83705C0-E1DD-42BB-A735-E29F6BD31436}" type="pres">
      <dgm:prSet presAssocID="{C9564608-07A8-45AD-82A1-877C70F900AB}" presName="sibTrans" presStyleCnt="0"/>
      <dgm:spPr/>
    </dgm:pt>
    <dgm:pt modelId="{6EB6E54C-6E56-4209-867B-909E63620255}" type="pres">
      <dgm:prSet presAssocID="{95715B06-0B83-4434-8CBA-029AACE1C7D9}" presName="compositeNode" presStyleCnt="0">
        <dgm:presLayoutVars>
          <dgm:bulletEnabled val="1"/>
        </dgm:presLayoutVars>
      </dgm:prSet>
      <dgm:spPr/>
    </dgm:pt>
    <dgm:pt modelId="{4D730864-7950-4BB7-9DF4-F0CB55ED4F6E}" type="pres">
      <dgm:prSet presAssocID="{95715B06-0B83-4434-8CBA-029AACE1C7D9}" presName="bgRect" presStyleLbl="alignNode1" presStyleIdx="1" presStyleCnt="5"/>
      <dgm:spPr/>
    </dgm:pt>
    <dgm:pt modelId="{9D81B1EC-8007-4BF3-8442-4749DD9B1847}" type="pres">
      <dgm:prSet presAssocID="{9DDD3217-68A2-4625-9723-78323CC69DB8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1638C162-E094-447A-8888-080F16463EE4}" type="pres">
      <dgm:prSet presAssocID="{95715B06-0B83-4434-8CBA-029AACE1C7D9}" presName="nodeRect" presStyleLbl="alignNode1" presStyleIdx="1" presStyleCnt="5">
        <dgm:presLayoutVars>
          <dgm:bulletEnabled val="1"/>
        </dgm:presLayoutVars>
      </dgm:prSet>
      <dgm:spPr/>
    </dgm:pt>
    <dgm:pt modelId="{DD8A7D17-95BC-46CC-89DA-FBF0602FD50D}" type="pres">
      <dgm:prSet presAssocID="{9DDD3217-68A2-4625-9723-78323CC69DB8}" presName="sibTrans" presStyleCnt="0"/>
      <dgm:spPr/>
    </dgm:pt>
    <dgm:pt modelId="{56982420-893D-46B8-9BCC-49193CE90EE8}" type="pres">
      <dgm:prSet presAssocID="{EDAFA80D-1601-4D6F-A6C3-CE3EDD1D5993}" presName="compositeNode" presStyleCnt="0">
        <dgm:presLayoutVars>
          <dgm:bulletEnabled val="1"/>
        </dgm:presLayoutVars>
      </dgm:prSet>
      <dgm:spPr/>
    </dgm:pt>
    <dgm:pt modelId="{589299EC-0677-4354-A519-BF77CD7D8824}" type="pres">
      <dgm:prSet presAssocID="{EDAFA80D-1601-4D6F-A6C3-CE3EDD1D5993}" presName="bgRect" presStyleLbl="alignNode1" presStyleIdx="2" presStyleCnt="5"/>
      <dgm:spPr/>
    </dgm:pt>
    <dgm:pt modelId="{B8B84E9D-3CD5-4DA8-B915-C782660355EB}" type="pres">
      <dgm:prSet presAssocID="{790462B4-5F33-42B1-80F5-520D8735FA54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77DC3D58-082E-4245-889B-D0D762049993}" type="pres">
      <dgm:prSet presAssocID="{EDAFA80D-1601-4D6F-A6C3-CE3EDD1D5993}" presName="nodeRect" presStyleLbl="alignNode1" presStyleIdx="2" presStyleCnt="5">
        <dgm:presLayoutVars>
          <dgm:bulletEnabled val="1"/>
        </dgm:presLayoutVars>
      </dgm:prSet>
      <dgm:spPr/>
    </dgm:pt>
    <dgm:pt modelId="{2F10F0E4-313E-47C2-8368-97551584C853}" type="pres">
      <dgm:prSet presAssocID="{790462B4-5F33-42B1-80F5-520D8735FA54}" presName="sibTrans" presStyleCnt="0"/>
      <dgm:spPr/>
    </dgm:pt>
    <dgm:pt modelId="{621BB1E7-8B3A-4570-97AC-5A4B99748459}" type="pres">
      <dgm:prSet presAssocID="{D815C275-3EC8-4A2A-AE41-0967DCA3CB2E}" presName="compositeNode" presStyleCnt="0">
        <dgm:presLayoutVars>
          <dgm:bulletEnabled val="1"/>
        </dgm:presLayoutVars>
      </dgm:prSet>
      <dgm:spPr/>
    </dgm:pt>
    <dgm:pt modelId="{EBF47205-0454-4883-B73D-24351DBF174B}" type="pres">
      <dgm:prSet presAssocID="{D815C275-3EC8-4A2A-AE41-0967DCA3CB2E}" presName="bgRect" presStyleLbl="alignNode1" presStyleIdx="3" presStyleCnt="5"/>
      <dgm:spPr/>
    </dgm:pt>
    <dgm:pt modelId="{8944B5BB-BD48-4D37-A889-FF88030F3F64}" type="pres">
      <dgm:prSet presAssocID="{6702CC64-4278-44BE-984D-45F81BBBCB5F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B32A7BD7-46FB-435E-8B7F-FE8D87889A4A}" type="pres">
      <dgm:prSet presAssocID="{D815C275-3EC8-4A2A-AE41-0967DCA3CB2E}" presName="nodeRect" presStyleLbl="alignNode1" presStyleIdx="3" presStyleCnt="5">
        <dgm:presLayoutVars>
          <dgm:bulletEnabled val="1"/>
        </dgm:presLayoutVars>
      </dgm:prSet>
      <dgm:spPr/>
    </dgm:pt>
    <dgm:pt modelId="{BCA52B4E-8613-4D33-995A-F964C18F5FDD}" type="pres">
      <dgm:prSet presAssocID="{6702CC64-4278-44BE-984D-45F81BBBCB5F}" presName="sibTrans" presStyleCnt="0"/>
      <dgm:spPr/>
    </dgm:pt>
    <dgm:pt modelId="{CA20937D-F939-468E-A166-7CBCC84067A1}" type="pres">
      <dgm:prSet presAssocID="{F9C031DE-FC18-4AD2-854E-E077C9BABE40}" presName="compositeNode" presStyleCnt="0">
        <dgm:presLayoutVars>
          <dgm:bulletEnabled val="1"/>
        </dgm:presLayoutVars>
      </dgm:prSet>
      <dgm:spPr/>
    </dgm:pt>
    <dgm:pt modelId="{B904F256-0975-415E-BF14-EC9107C890A0}" type="pres">
      <dgm:prSet presAssocID="{F9C031DE-FC18-4AD2-854E-E077C9BABE40}" presName="bgRect" presStyleLbl="alignNode1" presStyleIdx="4" presStyleCnt="5"/>
      <dgm:spPr/>
    </dgm:pt>
    <dgm:pt modelId="{9C31D146-4910-496D-A58B-1878E4AAC91A}" type="pres">
      <dgm:prSet presAssocID="{10995F39-0E37-42A2-B0C7-689567DCE634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FCDE7580-0FD6-4184-A13C-C101A61CD273}" type="pres">
      <dgm:prSet presAssocID="{F9C031DE-FC18-4AD2-854E-E077C9BABE40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96BA8829-C658-4B08-96C0-68046424F37A}" type="presOf" srcId="{D815C275-3EC8-4A2A-AE41-0967DCA3CB2E}" destId="{EBF47205-0454-4883-B73D-24351DBF174B}" srcOrd="0" destOrd="0" presId="urn:microsoft.com/office/officeart/2016/7/layout/LinearBlockProcessNumbered"/>
    <dgm:cxn modelId="{41E40E5F-D06E-4377-94EA-6611B155BBE0}" type="presOf" srcId="{C9564608-07A8-45AD-82A1-877C70F900AB}" destId="{3C4369FC-1D74-4852-A53B-208994E5D583}" srcOrd="0" destOrd="0" presId="urn:microsoft.com/office/officeart/2016/7/layout/LinearBlockProcessNumbered"/>
    <dgm:cxn modelId="{AAF8DF63-F413-4D38-B9E6-5A1F0B13B818}" srcId="{057CAAEF-AFDA-4993-A0FF-0CF86457B5D2}" destId="{D815C275-3EC8-4A2A-AE41-0967DCA3CB2E}" srcOrd="3" destOrd="0" parTransId="{4EE15361-E503-4D59-AEB2-BFD7395F5F7A}" sibTransId="{6702CC64-4278-44BE-984D-45F81BBBCB5F}"/>
    <dgm:cxn modelId="{4E5A1465-8F4D-4528-8B5F-33775FAC15E7}" type="presOf" srcId="{95715B06-0B83-4434-8CBA-029AACE1C7D9}" destId="{4D730864-7950-4BB7-9DF4-F0CB55ED4F6E}" srcOrd="0" destOrd="0" presId="urn:microsoft.com/office/officeart/2016/7/layout/LinearBlockProcessNumbered"/>
    <dgm:cxn modelId="{DF13D368-2C4D-4CE2-A78D-9528F927E37E}" type="presOf" srcId="{EDAFA80D-1601-4D6F-A6C3-CE3EDD1D5993}" destId="{77DC3D58-082E-4245-889B-D0D762049993}" srcOrd="1" destOrd="0" presId="urn:microsoft.com/office/officeart/2016/7/layout/LinearBlockProcessNumbered"/>
    <dgm:cxn modelId="{C7B5986E-6AD9-4FB0-A946-EED7A4D72A5C}" type="presOf" srcId="{BFC1CB9D-B90C-44C7-8B7A-1B8704148992}" destId="{86717FEE-E5B0-43CC-8223-C84D58105D85}" srcOrd="0" destOrd="0" presId="urn:microsoft.com/office/officeart/2016/7/layout/LinearBlockProcessNumbered"/>
    <dgm:cxn modelId="{CDB54570-F568-41B6-9133-17226C66F1CD}" type="presOf" srcId="{BFC1CB9D-B90C-44C7-8B7A-1B8704148992}" destId="{36E41A59-689A-4C7D-AB5B-B1D6D2FD5181}" srcOrd="1" destOrd="0" presId="urn:microsoft.com/office/officeart/2016/7/layout/LinearBlockProcessNumbered"/>
    <dgm:cxn modelId="{6BA30159-180D-4B5C-86E0-386768000AF1}" type="presOf" srcId="{D815C275-3EC8-4A2A-AE41-0967DCA3CB2E}" destId="{B32A7BD7-46FB-435E-8B7F-FE8D87889A4A}" srcOrd="1" destOrd="0" presId="urn:microsoft.com/office/officeart/2016/7/layout/LinearBlockProcessNumbered"/>
    <dgm:cxn modelId="{F5855F7C-D591-45AC-96B4-6C9994BF2EC2}" type="presOf" srcId="{10995F39-0E37-42A2-B0C7-689567DCE634}" destId="{9C31D146-4910-496D-A58B-1878E4AAC91A}" srcOrd="0" destOrd="0" presId="urn:microsoft.com/office/officeart/2016/7/layout/LinearBlockProcessNumbered"/>
    <dgm:cxn modelId="{53F2F79E-2564-4B51-9B20-DDF2D7A30143}" type="presOf" srcId="{057CAAEF-AFDA-4993-A0FF-0CF86457B5D2}" destId="{8200FEA4-9244-422A-81FD-F7A8A8E62C07}" srcOrd="0" destOrd="0" presId="urn:microsoft.com/office/officeart/2016/7/layout/LinearBlockProcessNumbered"/>
    <dgm:cxn modelId="{97EA50A4-9B32-45AA-A26B-873E78D3746B}" type="presOf" srcId="{9DDD3217-68A2-4625-9723-78323CC69DB8}" destId="{9D81B1EC-8007-4BF3-8442-4749DD9B1847}" srcOrd="0" destOrd="0" presId="urn:microsoft.com/office/officeart/2016/7/layout/LinearBlockProcessNumbered"/>
    <dgm:cxn modelId="{020DF3A5-BB93-4FFF-821B-17EFDE32C0D4}" type="presOf" srcId="{F9C031DE-FC18-4AD2-854E-E077C9BABE40}" destId="{FCDE7580-0FD6-4184-A13C-C101A61CD273}" srcOrd="1" destOrd="0" presId="urn:microsoft.com/office/officeart/2016/7/layout/LinearBlockProcessNumbered"/>
    <dgm:cxn modelId="{86BFC0A6-9C1B-4EF5-B88C-68FFEA8D69E8}" type="presOf" srcId="{EDAFA80D-1601-4D6F-A6C3-CE3EDD1D5993}" destId="{589299EC-0677-4354-A519-BF77CD7D8824}" srcOrd="0" destOrd="0" presId="urn:microsoft.com/office/officeart/2016/7/layout/LinearBlockProcessNumbered"/>
    <dgm:cxn modelId="{80783AA9-60D8-4D6F-BCA1-3D6D858AB384}" srcId="{057CAAEF-AFDA-4993-A0FF-0CF86457B5D2}" destId="{F9C031DE-FC18-4AD2-854E-E077C9BABE40}" srcOrd="4" destOrd="0" parTransId="{5C890578-F542-46B0-9BA9-845EE0401BE6}" sibTransId="{10995F39-0E37-42A2-B0C7-689567DCE634}"/>
    <dgm:cxn modelId="{35F6B3B8-CDF9-4E90-909F-BF859700A9FC}" srcId="{057CAAEF-AFDA-4993-A0FF-0CF86457B5D2}" destId="{95715B06-0B83-4434-8CBA-029AACE1C7D9}" srcOrd="1" destOrd="0" parTransId="{91074D4C-926C-4BC3-AAC2-62868F7028CB}" sibTransId="{9DDD3217-68A2-4625-9723-78323CC69DB8}"/>
    <dgm:cxn modelId="{5FAEF8BC-B81A-4615-BF60-1BF5DC006C31}" type="presOf" srcId="{790462B4-5F33-42B1-80F5-520D8735FA54}" destId="{B8B84E9D-3CD5-4DA8-B915-C782660355EB}" srcOrd="0" destOrd="0" presId="urn:microsoft.com/office/officeart/2016/7/layout/LinearBlockProcessNumbered"/>
    <dgm:cxn modelId="{F47F72D6-40AF-4002-A3BE-2142367463D5}" srcId="{057CAAEF-AFDA-4993-A0FF-0CF86457B5D2}" destId="{BFC1CB9D-B90C-44C7-8B7A-1B8704148992}" srcOrd="0" destOrd="0" parTransId="{BFD70206-D8B2-41AE-91FA-CE6DEA047B9E}" sibTransId="{C9564608-07A8-45AD-82A1-877C70F900AB}"/>
    <dgm:cxn modelId="{3B54B0D6-4E05-4BCD-A555-84C2FE6389A0}" type="presOf" srcId="{6702CC64-4278-44BE-984D-45F81BBBCB5F}" destId="{8944B5BB-BD48-4D37-A889-FF88030F3F64}" srcOrd="0" destOrd="0" presId="urn:microsoft.com/office/officeart/2016/7/layout/LinearBlockProcessNumbered"/>
    <dgm:cxn modelId="{D6CFD2E7-47B7-4B07-8233-0943CEE22281}" srcId="{057CAAEF-AFDA-4993-A0FF-0CF86457B5D2}" destId="{EDAFA80D-1601-4D6F-A6C3-CE3EDD1D5993}" srcOrd="2" destOrd="0" parTransId="{4887F0EA-2A63-4452-AF68-7ECADAABD36F}" sibTransId="{790462B4-5F33-42B1-80F5-520D8735FA54}"/>
    <dgm:cxn modelId="{A9E5CFEF-A9F1-4E8E-A1E0-3B0EDF4AD259}" type="presOf" srcId="{95715B06-0B83-4434-8CBA-029AACE1C7D9}" destId="{1638C162-E094-447A-8888-080F16463EE4}" srcOrd="1" destOrd="0" presId="urn:microsoft.com/office/officeart/2016/7/layout/LinearBlockProcessNumbered"/>
    <dgm:cxn modelId="{3A3B73FC-59BF-40D8-80EF-F354668848F0}" type="presOf" srcId="{F9C031DE-FC18-4AD2-854E-E077C9BABE40}" destId="{B904F256-0975-415E-BF14-EC9107C890A0}" srcOrd="0" destOrd="0" presId="urn:microsoft.com/office/officeart/2016/7/layout/LinearBlockProcessNumbered"/>
    <dgm:cxn modelId="{8E741BA8-97C7-44FF-8A00-558C746A84C7}" type="presParOf" srcId="{8200FEA4-9244-422A-81FD-F7A8A8E62C07}" destId="{E698604A-61E7-48CA-8A94-F08B2D95F116}" srcOrd="0" destOrd="0" presId="urn:microsoft.com/office/officeart/2016/7/layout/LinearBlockProcessNumbered"/>
    <dgm:cxn modelId="{1BD7CABB-A747-4EC4-AB9B-B32B16F4AE12}" type="presParOf" srcId="{E698604A-61E7-48CA-8A94-F08B2D95F116}" destId="{86717FEE-E5B0-43CC-8223-C84D58105D85}" srcOrd="0" destOrd="0" presId="urn:microsoft.com/office/officeart/2016/7/layout/LinearBlockProcessNumbered"/>
    <dgm:cxn modelId="{F8E7F3B2-E57D-4AA7-BC4B-BF953BEF8652}" type="presParOf" srcId="{E698604A-61E7-48CA-8A94-F08B2D95F116}" destId="{3C4369FC-1D74-4852-A53B-208994E5D583}" srcOrd="1" destOrd="0" presId="urn:microsoft.com/office/officeart/2016/7/layout/LinearBlockProcessNumbered"/>
    <dgm:cxn modelId="{178574C5-37A8-461E-8BC0-3F0BDFFA571D}" type="presParOf" srcId="{E698604A-61E7-48CA-8A94-F08B2D95F116}" destId="{36E41A59-689A-4C7D-AB5B-B1D6D2FD5181}" srcOrd="2" destOrd="0" presId="urn:microsoft.com/office/officeart/2016/7/layout/LinearBlockProcessNumbered"/>
    <dgm:cxn modelId="{E38BC953-4C47-4FE9-AC19-770427BA356E}" type="presParOf" srcId="{8200FEA4-9244-422A-81FD-F7A8A8E62C07}" destId="{D83705C0-E1DD-42BB-A735-E29F6BD31436}" srcOrd="1" destOrd="0" presId="urn:microsoft.com/office/officeart/2016/7/layout/LinearBlockProcessNumbered"/>
    <dgm:cxn modelId="{2FEA9BD2-6B53-4693-8E74-862CC1EFB9F7}" type="presParOf" srcId="{8200FEA4-9244-422A-81FD-F7A8A8E62C07}" destId="{6EB6E54C-6E56-4209-867B-909E63620255}" srcOrd="2" destOrd="0" presId="urn:microsoft.com/office/officeart/2016/7/layout/LinearBlockProcessNumbered"/>
    <dgm:cxn modelId="{0EAE2040-F770-472E-9681-189B77D5CDC5}" type="presParOf" srcId="{6EB6E54C-6E56-4209-867B-909E63620255}" destId="{4D730864-7950-4BB7-9DF4-F0CB55ED4F6E}" srcOrd="0" destOrd="0" presId="urn:microsoft.com/office/officeart/2016/7/layout/LinearBlockProcessNumbered"/>
    <dgm:cxn modelId="{AF17455E-9E4C-4110-8187-63042D375403}" type="presParOf" srcId="{6EB6E54C-6E56-4209-867B-909E63620255}" destId="{9D81B1EC-8007-4BF3-8442-4749DD9B1847}" srcOrd="1" destOrd="0" presId="urn:microsoft.com/office/officeart/2016/7/layout/LinearBlockProcessNumbered"/>
    <dgm:cxn modelId="{D48D8684-09EF-4E14-AE43-9BC5EBCC28AA}" type="presParOf" srcId="{6EB6E54C-6E56-4209-867B-909E63620255}" destId="{1638C162-E094-447A-8888-080F16463EE4}" srcOrd="2" destOrd="0" presId="urn:microsoft.com/office/officeart/2016/7/layout/LinearBlockProcessNumbered"/>
    <dgm:cxn modelId="{02AF0497-1C97-4820-AA5F-0E5735DC98D3}" type="presParOf" srcId="{8200FEA4-9244-422A-81FD-F7A8A8E62C07}" destId="{DD8A7D17-95BC-46CC-89DA-FBF0602FD50D}" srcOrd="3" destOrd="0" presId="urn:microsoft.com/office/officeart/2016/7/layout/LinearBlockProcessNumbered"/>
    <dgm:cxn modelId="{BC1DB6EA-EE43-4342-9914-4454847008BA}" type="presParOf" srcId="{8200FEA4-9244-422A-81FD-F7A8A8E62C07}" destId="{56982420-893D-46B8-9BCC-49193CE90EE8}" srcOrd="4" destOrd="0" presId="urn:microsoft.com/office/officeart/2016/7/layout/LinearBlockProcessNumbered"/>
    <dgm:cxn modelId="{AC97825E-EFA2-4D14-8125-98B82680792B}" type="presParOf" srcId="{56982420-893D-46B8-9BCC-49193CE90EE8}" destId="{589299EC-0677-4354-A519-BF77CD7D8824}" srcOrd="0" destOrd="0" presId="urn:microsoft.com/office/officeart/2016/7/layout/LinearBlockProcessNumbered"/>
    <dgm:cxn modelId="{CC0552A2-3E69-4012-B423-9E3900D01DEE}" type="presParOf" srcId="{56982420-893D-46B8-9BCC-49193CE90EE8}" destId="{B8B84E9D-3CD5-4DA8-B915-C782660355EB}" srcOrd="1" destOrd="0" presId="urn:microsoft.com/office/officeart/2016/7/layout/LinearBlockProcessNumbered"/>
    <dgm:cxn modelId="{ECB68834-42A4-4FC9-B172-54E6285D233F}" type="presParOf" srcId="{56982420-893D-46B8-9BCC-49193CE90EE8}" destId="{77DC3D58-082E-4245-889B-D0D762049993}" srcOrd="2" destOrd="0" presId="urn:microsoft.com/office/officeart/2016/7/layout/LinearBlockProcessNumbered"/>
    <dgm:cxn modelId="{FC3E2A6F-F932-4503-8AAC-9AED9F7A76E5}" type="presParOf" srcId="{8200FEA4-9244-422A-81FD-F7A8A8E62C07}" destId="{2F10F0E4-313E-47C2-8368-97551584C853}" srcOrd="5" destOrd="0" presId="urn:microsoft.com/office/officeart/2016/7/layout/LinearBlockProcessNumbered"/>
    <dgm:cxn modelId="{224108D8-7926-4EA2-A983-06A365B91605}" type="presParOf" srcId="{8200FEA4-9244-422A-81FD-F7A8A8E62C07}" destId="{621BB1E7-8B3A-4570-97AC-5A4B99748459}" srcOrd="6" destOrd="0" presId="urn:microsoft.com/office/officeart/2016/7/layout/LinearBlockProcessNumbered"/>
    <dgm:cxn modelId="{7F22E63B-2889-460F-943F-E86CA88E830F}" type="presParOf" srcId="{621BB1E7-8B3A-4570-97AC-5A4B99748459}" destId="{EBF47205-0454-4883-B73D-24351DBF174B}" srcOrd="0" destOrd="0" presId="urn:microsoft.com/office/officeart/2016/7/layout/LinearBlockProcessNumbered"/>
    <dgm:cxn modelId="{2C4289C9-1C14-408D-B4D2-D9FF581606B2}" type="presParOf" srcId="{621BB1E7-8B3A-4570-97AC-5A4B99748459}" destId="{8944B5BB-BD48-4D37-A889-FF88030F3F64}" srcOrd="1" destOrd="0" presId="urn:microsoft.com/office/officeart/2016/7/layout/LinearBlockProcessNumbered"/>
    <dgm:cxn modelId="{A6B21226-8956-4EC2-A6DC-C5606F181291}" type="presParOf" srcId="{621BB1E7-8B3A-4570-97AC-5A4B99748459}" destId="{B32A7BD7-46FB-435E-8B7F-FE8D87889A4A}" srcOrd="2" destOrd="0" presId="urn:microsoft.com/office/officeart/2016/7/layout/LinearBlockProcessNumbered"/>
    <dgm:cxn modelId="{230DB7C5-3AB3-424B-8E3A-BB59B1E20E9D}" type="presParOf" srcId="{8200FEA4-9244-422A-81FD-F7A8A8E62C07}" destId="{BCA52B4E-8613-4D33-995A-F964C18F5FDD}" srcOrd="7" destOrd="0" presId="urn:microsoft.com/office/officeart/2016/7/layout/LinearBlockProcessNumbered"/>
    <dgm:cxn modelId="{6A6C47F4-8D0C-410A-8FB6-04AF65BCEFFF}" type="presParOf" srcId="{8200FEA4-9244-422A-81FD-F7A8A8E62C07}" destId="{CA20937D-F939-468E-A166-7CBCC84067A1}" srcOrd="8" destOrd="0" presId="urn:microsoft.com/office/officeart/2016/7/layout/LinearBlockProcessNumbered"/>
    <dgm:cxn modelId="{F04D16A1-9BB7-4A87-8468-E91E9E8634F7}" type="presParOf" srcId="{CA20937D-F939-468E-A166-7CBCC84067A1}" destId="{B904F256-0975-415E-BF14-EC9107C890A0}" srcOrd="0" destOrd="0" presId="urn:microsoft.com/office/officeart/2016/7/layout/LinearBlockProcessNumbered"/>
    <dgm:cxn modelId="{011F8473-D7CD-452D-9370-252795B9E5A6}" type="presParOf" srcId="{CA20937D-F939-468E-A166-7CBCC84067A1}" destId="{9C31D146-4910-496D-A58B-1878E4AAC91A}" srcOrd="1" destOrd="0" presId="urn:microsoft.com/office/officeart/2016/7/layout/LinearBlockProcessNumbered"/>
    <dgm:cxn modelId="{A7EC58DD-0CF6-4D2E-9ACC-4C200D30AC9F}" type="presParOf" srcId="{CA20937D-F939-468E-A166-7CBCC84067A1}" destId="{FCDE7580-0FD6-4184-A13C-C101A61CD27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F9E55B-6792-4E40-A87A-247C7B0EEF5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20986B-DA9D-4256-9FCC-A1B59D1D5834}">
      <dgm:prSet/>
      <dgm:spPr/>
      <dgm:t>
        <a:bodyPr/>
        <a:lstStyle/>
        <a:p>
          <a:r>
            <a:rPr lang="fr-FR"/>
            <a:t>• HTML5, CSS3, JavaScript Vanilla</a:t>
          </a:r>
          <a:endParaRPr lang="en-US"/>
        </a:p>
      </dgm:t>
    </dgm:pt>
    <dgm:pt modelId="{7E9B77F4-DFC7-4E41-B033-0511E872D027}" type="parTrans" cxnId="{F60B2DFE-5822-4AE0-894C-9314F99FE90B}">
      <dgm:prSet/>
      <dgm:spPr/>
      <dgm:t>
        <a:bodyPr/>
        <a:lstStyle/>
        <a:p>
          <a:endParaRPr lang="en-US"/>
        </a:p>
      </dgm:t>
    </dgm:pt>
    <dgm:pt modelId="{14F27008-CCE9-48D3-9F77-722B8B01A84E}" type="sibTrans" cxnId="{F60B2DFE-5822-4AE0-894C-9314F99FE90B}">
      <dgm:prSet/>
      <dgm:spPr/>
      <dgm:t>
        <a:bodyPr/>
        <a:lstStyle/>
        <a:p>
          <a:endParaRPr lang="en-US"/>
        </a:p>
      </dgm:t>
    </dgm:pt>
    <dgm:pt modelId="{ACB87226-734D-42F8-BEF4-525EAB0797CD}">
      <dgm:prSet/>
      <dgm:spPr/>
      <dgm:t>
        <a:bodyPr/>
        <a:lstStyle/>
        <a:p>
          <a:r>
            <a:rPr lang="fr-FR"/>
            <a:t>• Chart.js pour les visualisations</a:t>
          </a:r>
          <a:endParaRPr lang="en-US"/>
        </a:p>
      </dgm:t>
    </dgm:pt>
    <dgm:pt modelId="{84C428FB-3A0E-433C-91A0-7B8A05A52567}" type="parTrans" cxnId="{C7E46D7B-E7E7-43CF-B9DB-859D9E15CB43}">
      <dgm:prSet/>
      <dgm:spPr/>
      <dgm:t>
        <a:bodyPr/>
        <a:lstStyle/>
        <a:p>
          <a:endParaRPr lang="en-US"/>
        </a:p>
      </dgm:t>
    </dgm:pt>
    <dgm:pt modelId="{02885BB7-401F-488D-985A-B763A635FFA7}" type="sibTrans" cxnId="{C7E46D7B-E7E7-43CF-B9DB-859D9E15CB43}">
      <dgm:prSet/>
      <dgm:spPr/>
      <dgm:t>
        <a:bodyPr/>
        <a:lstStyle/>
        <a:p>
          <a:endParaRPr lang="en-US"/>
        </a:p>
      </dgm:t>
    </dgm:pt>
    <dgm:pt modelId="{D2868530-B84D-409D-8F7F-5A69B6C89C24}">
      <dgm:prSet/>
      <dgm:spPr/>
      <dgm:t>
        <a:bodyPr/>
        <a:lstStyle/>
        <a:p>
          <a:r>
            <a:rPr lang="fr-FR"/>
            <a:t>• Font Awesome pour les icônes</a:t>
          </a:r>
          <a:endParaRPr lang="en-US"/>
        </a:p>
      </dgm:t>
    </dgm:pt>
    <dgm:pt modelId="{B79C3467-976B-470F-84EE-89BA70B52E5E}" type="parTrans" cxnId="{ECF7FA4D-579D-4AB6-9FBA-0B949C0AA8F1}">
      <dgm:prSet/>
      <dgm:spPr/>
      <dgm:t>
        <a:bodyPr/>
        <a:lstStyle/>
        <a:p>
          <a:endParaRPr lang="en-US"/>
        </a:p>
      </dgm:t>
    </dgm:pt>
    <dgm:pt modelId="{828814DA-F5F7-400E-A8B9-FE7BE53AC561}" type="sibTrans" cxnId="{ECF7FA4D-579D-4AB6-9FBA-0B949C0AA8F1}">
      <dgm:prSet/>
      <dgm:spPr/>
      <dgm:t>
        <a:bodyPr/>
        <a:lstStyle/>
        <a:p>
          <a:endParaRPr lang="en-US"/>
        </a:p>
      </dgm:t>
    </dgm:pt>
    <dgm:pt modelId="{90559AE6-944A-41E8-BDA9-6522F1CEA857}">
      <dgm:prSet/>
      <dgm:spPr/>
      <dgm:t>
        <a:bodyPr/>
        <a:lstStyle/>
        <a:p>
          <a:r>
            <a:rPr lang="fr-FR"/>
            <a:t>• LocalStorage pour la persistance</a:t>
          </a:r>
          <a:endParaRPr lang="en-US"/>
        </a:p>
      </dgm:t>
    </dgm:pt>
    <dgm:pt modelId="{1414E525-8C39-47C4-B93A-7E1396804E2E}" type="parTrans" cxnId="{33B01CF4-7A7F-4DF8-A8EE-62DFD5498E22}">
      <dgm:prSet/>
      <dgm:spPr/>
      <dgm:t>
        <a:bodyPr/>
        <a:lstStyle/>
        <a:p>
          <a:endParaRPr lang="en-US"/>
        </a:p>
      </dgm:t>
    </dgm:pt>
    <dgm:pt modelId="{027E0FBD-BDBA-4779-8684-14F875EF0387}" type="sibTrans" cxnId="{33B01CF4-7A7F-4DF8-A8EE-62DFD5498E22}">
      <dgm:prSet/>
      <dgm:spPr/>
      <dgm:t>
        <a:bodyPr/>
        <a:lstStyle/>
        <a:p>
          <a:endParaRPr lang="en-US"/>
        </a:p>
      </dgm:t>
    </dgm:pt>
    <dgm:pt modelId="{9EE9935C-B415-4E48-BCA6-4CA9B1C6972A}" type="pres">
      <dgm:prSet presAssocID="{01F9E55B-6792-4E40-A87A-247C7B0EEF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512EF8-79FE-4BC1-B936-BCA5C82E2DE6}" type="pres">
      <dgm:prSet presAssocID="{A320986B-DA9D-4256-9FCC-A1B59D1D5834}" presName="hierRoot1" presStyleCnt="0"/>
      <dgm:spPr/>
    </dgm:pt>
    <dgm:pt modelId="{F248F832-7458-4F6F-BD6D-C6C6D395BB5A}" type="pres">
      <dgm:prSet presAssocID="{A320986B-DA9D-4256-9FCC-A1B59D1D5834}" presName="composite" presStyleCnt="0"/>
      <dgm:spPr/>
    </dgm:pt>
    <dgm:pt modelId="{45189C6C-0420-4009-8C4F-FC9172385B11}" type="pres">
      <dgm:prSet presAssocID="{A320986B-DA9D-4256-9FCC-A1B59D1D5834}" presName="background" presStyleLbl="node0" presStyleIdx="0" presStyleCnt="4"/>
      <dgm:spPr/>
    </dgm:pt>
    <dgm:pt modelId="{3F168963-3CB3-4440-BEA6-8D89CB6A1AB1}" type="pres">
      <dgm:prSet presAssocID="{A320986B-DA9D-4256-9FCC-A1B59D1D5834}" presName="text" presStyleLbl="fgAcc0" presStyleIdx="0" presStyleCnt="4">
        <dgm:presLayoutVars>
          <dgm:chPref val="3"/>
        </dgm:presLayoutVars>
      </dgm:prSet>
      <dgm:spPr/>
    </dgm:pt>
    <dgm:pt modelId="{0DBC3359-3769-437C-B064-FDFE0BF892C9}" type="pres">
      <dgm:prSet presAssocID="{A320986B-DA9D-4256-9FCC-A1B59D1D5834}" presName="hierChild2" presStyleCnt="0"/>
      <dgm:spPr/>
    </dgm:pt>
    <dgm:pt modelId="{4CFDE849-63D1-430D-B5C3-442BAD466B58}" type="pres">
      <dgm:prSet presAssocID="{ACB87226-734D-42F8-BEF4-525EAB0797CD}" presName="hierRoot1" presStyleCnt="0"/>
      <dgm:spPr/>
    </dgm:pt>
    <dgm:pt modelId="{D15F9C18-8DA3-4776-8E8B-328AE1487120}" type="pres">
      <dgm:prSet presAssocID="{ACB87226-734D-42F8-BEF4-525EAB0797CD}" presName="composite" presStyleCnt="0"/>
      <dgm:spPr/>
    </dgm:pt>
    <dgm:pt modelId="{B2B98874-F890-4A7A-8167-398A3D8BCE46}" type="pres">
      <dgm:prSet presAssocID="{ACB87226-734D-42F8-BEF4-525EAB0797CD}" presName="background" presStyleLbl="node0" presStyleIdx="1" presStyleCnt="4"/>
      <dgm:spPr/>
    </dgm:pt>
    <dgm:pt modelId="{C2B181FE-D862-48EA-A3EF-BFB353E90E49}" type="pres">
      <dgm:prSet presAssocID="{ACB87226-734D-42F8-BEF4-525EAB0797CD}" presName="text" presStyleLbl="fgAcc0" presStyleIdx="1" presStyleCnt="4">
        <dgm:presLayoutVars>
          <dgm:chPref val="3"/>
        </dgm:presLayoutVars>
      </dgm:prSet>
      <dgm:spPr/>
    </dgm:pt>
    <dgm:pt modelId="{1B7D7057-01D3-407E-9146-08F8E5357FB1}" type="pres">
      <dgm:prSet presAssocID="{ACB87226-734D-42F8-BEF4-525EAB0797CD}" presName="hierChild2" presStyleCnt="0"/>
      <dgm:spPr/>
    </dgm:pt>
    <dgm:pt modelId="{3B721F5E-2079-49BD-8FA3-175EFE99FA5D}" type="pres">
      <dgm:prSet presAssocID="{D2868530-B84D-409D-8F7F-5A69B6C89C24}" presName="hierRoot1" presStyleCnt="0"/>
      <dgm:spPr/>
    </dgm:pt>
    <dgm:pt modelId="{EE344F15-83BC-45BC-B5E3-639B173D4657}" type="pres">
      <dgm:prSet presAssocID="{D2868530-B84D-409D-8F7F-5A69B6C89C24}" presName="composite" presStyleCnt="0"/>
      <dgm:spPr/>
    </dgm:pt>
    <dgm:pt modelId="{4281183F-281A-46F7-96E0-40D30BFB3025}" type="pres">
      <dgm:prSet presAssocID="{D2868530-B84D-409D-8F7F-5A69B6C89C24}" presName="background" presStyleLbl="node0" presStyleIdx="2" presStyleCnt="4"/>
      <dgm:spPr/>
    </dgm:pt>
    <dgm:pt modelId="{5A1CA18C-FAFA-44A8-BA1B-1037F74BC6B0}" type="pres">
      <dgm:prSet presAssocID="{D2868530-B84D-409D-8F7F-5A69B6C89C24}" presName="text" presStyleLbl="fgAcc0" presStyleIdx="2" presStyleCnt="4">
        <dgm:presLayoutVars>
          <dgm:chPref val="3"/>
        </dgm:presLayoutVars>
      </dgm:prSet>
      <dgm:spPr/>
    </dgm:pt>
    <dgm:pt modelId="{AF146BF4-838F-4768-8685-1D7F51457D2E}" type="pres">
      <dgm:prSet presAssocID="{D2868530-B84D-409D-8F7F-5A69B6C89C24}" presName="hierChild2" presStyleCnt="0"/>
      <dgm:spPr/>
    </dgm:pt>
    <dgm:pt modelId="{39DA67C2-352B-425F-A6FC-4F626655FB54}" type="pres">
      <dgm:prSet presAssocID="{90559AE6-944A-41E8-BDA9-6522F1CEA857}" presName="hierRoot1" presStyleCnt="0"/>
      <dgm:spPr/>
    </dgm:pt>
    <dgm:pt modelId="{3E6DB9D7-AC1B-4B04-81FD-5F7BE9B42B8B}" type="pres">
      <dgm:prSet presAssocID="{90559AE6-944A-41E8-BDA9-6522F1CEA857}" presName="composite" presStyleCnt="0"/>
      <dgm:spPr/>
    </dgm:pt>
    <dgm:pt modelId="{FB466115-4C7C-461D-92DB-CD9A611B475D}" type="pres">
      <dgm:prSet presAssocID="{90559AE6-944A-41E8-BDA9-6522F1CEA857}" presName="background" presStyleLbl="node0" presStyleIdx="3" presStyleCnt="4"/>
      <dgm:spPr/>
    </dgm:pt>
    <dgm:pt modelId="{DA326540-71BA-4F12-BFCE-66EF3F37C07A}" type="pres">
      <dgm:prSet presAssocID="{90559AE6-944A-41E8-BDA9-6522F1CEA857}" presName="text" presStyleLbl="fgAcc0" presStyleIdx="3" presStyleCnt="4">
        <dgm:presLayoutVars>
          <dgm:chPref val="3"/>
        </dgm:presLayoutVars>
      </dgm:prSet>
      <dgm:spPr/>
    </dgm:pt>
    <dgm:pt modelId="{3D2B0B21-4CAD-4980-A972-1C4E6150602F}" type="pres">
      <dgm:prSet presAssocID="{90559AE6-944A-41E8-BDA9-6522F1CEA857}" presName="hierChild2" presStyleCnt="0"/>
      <dgm:spPr/>
    </dgm:pt>
  </dgm:ptLst>
  <dgm:cxnLst>
    <dgm:cxn modelId="{199E0034-35E6-4D15-912B-0B3113FB157E}" type="presOf" srcId="{ACB87226-734D-42F8-BEF4-525EAB0797CD}" destId="{C2B181FE-D862-48EA-A3EF-BFB353E90E49}" srcOrd="0" destOrd="0" presId="urn:microsoft.com/office/officeart/2005/8/layout/hierarchy1"/>
    <dgm:cxn modelId="{FBDFFA62-30ED-4468-A8D1-D5C11303CC51}" type="presOf" srcId="{D2868530-B84D-409D-8F7F-5A69B6C89C24}" destId="{5A1CA18C-FAFA-44A8-BA1B-1037F74BC6B0}" srcOrd="0" destOrd="0" presId="urn:microsoft.com/office/officeart/2005/8/layout/hierarchy1"/>
    <dgm:cxn modelId="{ECF7FA4D-579D-4AB6-9FBA-0B949C0AA8F1}" srcId="{01F9E55B-6792-4E40-A87A-247C7B0EEF5A}" destId="{D2868530-B84D-409D-8F7F-5A69B6C89C24}" srcOrd="2" destOrd="0" parTransId="{B79C3467-976B-470F-84EE-89BA70B52E5E}" sibTransId="{828814DA-F5F7-400E-A8B9-FE7BE53AC561}"/>
    <dgm:cxn modelId="{C7E46D7B-E7E7-43CF-B9DB-859D9E15CB43}" srcId="{01F9E55B-6792-4E40-A87A-247C7B0EEF5A}" destId="{ACB87226-734D-42F8-BEF4-525EAB0797CD}" srcOrd="1" destOrd="0" parTransId="{84C428FB-3A0E-433C-91A0-7B8A05A52567}" sibTransId="{02885BB7-401F-488D-985A-B763A635FFA7}"/>
    <dgm:cxn modelId="{D4C405A1-1C7E-4946-9371-CA2921A6E10E}" type="presOf" srcId="{A320986B-DA9D-4256-9FCC-A1B59D1D5834}" destId="{3F168963-3CB3-4440-BEA6-8D89CB6A1AB1}" srcOrd="0" destOrd="0" presId="urn:microsoft.com/office/officeart/2005/8/layout/hierarchy1"/>
    <dgm:cxn modelId="{54C56CF1-D67A-480A-814F-A49E03126DE1}" type="presOf" srcId="{90559AE6-944A-41E8-BDA9-6522F1CEA857}" destId="{DA326540-71BA-4F12-BFCE-66EF3F37C07A}" srcOrd="0" destOrd="0" presId="urn:microsoft.com/office/officeart/2005/8/layout/hierarchy1"/>
    <dgm:cxn modelId="{33B01CF4-7A7F-4DF8-A8EE-62DFD5498E22}" srcId="{01F9E55B-6792-4E40-A87A-247C7B0EEF5A}" destId="{90559AE6-944A-41E8-BDA9-6522F1CEA857}" srcOrd="3" destOrd="0" parTransId="{1414E525-8C39-47C4-B93A-7E1396804E2E}" sibTransId="{027E0FBD-BDBA-4779-8684-14F875EF0387}"/>
    <dgm:cxn modelId="{029608F7-56BA-4347-86C1-5824ED8BD9A6}" type="presOf" srcId="{01F9E55B-6792-4E40-A87A-247C7B0EEF5A}" destId="{9EE9935C-B415-4E48-BCA6-4CA9B1C6972A}" srcOrd="0" destOrd="0" presId="urn:microsoft.com/office/officeart/2005/8/layout/hierarchy1"/>
    <dgm:cxn modelId="{F60B2DFE-5822-4AE0-894C-9314F99FE90B}" srcId="{01F9E55B-6792-4E40-A87A-247C7B0EEF5A}" destId="{A320986B-DA9D-4256-9FCC-A1B59D1D5834}" srcOrd="0" destOrd="0" parTransId="{7E9B77F4-DFC7-4E41-B033-0511E872D027}" sibTransId="{14F27008-CCE9-48D3-9F77-722B8B01A84E}"/>
    <dgm:cxn modelId="{19064032-6EDD-4CA1-B52C-45005995DF86}" type="presParOf" srcId="{9EE9935C-B415-4E48-BCA6-4CA9B1C6972A}" destId="{53512EF8-79FE-4BC1-B936-BCA5C82E2DE6}" srcOrd="0" destOrd="0" presId="urn:microsoft.com/office/officeart/2005/8/layout/hierarchy1"/>
    <dgm:cxn modelId="{DBF14264-1A1C-4C70-9999-DE9FCA474533}" type="presParOf" srcId="{53512EF8-79FE-4BC1-B936-BCA5C82E2DE6}" destId="{F248F832-7458-4F6F-BD6D-C6C6D395BB5A}" srcOrd="0" destOrd="0" presId="urn:microsoft.com/office/officeart/2005/8/layout/hierarchy1"/>
    <dgm:cxn modelId="{80A4AF7C-5300-480B-8E0D-B21D90B0AB27}" type="presParOf" srcId="{F248F832-7458-4F6F-BD6D-C6C6D395BB5A}" destId="{45189C6C-0420-4009-8C4F-FC9172385B11}" srcOrd="0" destOrd="0" presId="urn:microsoft.com/office/officeart/2005/8/layout/hierarchy1"/>
    <dgm:cxn modelId="{BF954DBB-9935-421E-9A9A-DF5A50CDDAAD}" type="presParOf" srcId="{F248F832-7458-4F6F-BD6D-C6C6D395BB5A}" destId="{3F168963-3CB3-4440-BEA6-8D89CB6A1AB1}" srcOrd="1" destOrd="0" presId="urn:microsoft.com/office/officeart/2005/8/layout/hierarchy1"/>
    <dgm:cxn modelId="{F75541D8-699D-4E64-8FAE-137145F87C56}" type="presParOf" srcId="{53512EF8-79FE-4BC1-B936-BCA5C82E2DE6}" destId="{0DBC3359-3769-437C-B064-FDFE0BF892C9}" srcOrd="1" destOrd="0" presId="urn:microsoft.com/office/officeart/2005/8/layout/hierarchy1"/>
    <dgm:cxn modelId="{DBC71E9C-EF72-4E13-AAE4-85F90FE9902E}" type="presParOf" srcId="{9EE9935C-B415-4E48-BCA6-4CA9B1C6972A}" destId="{4CFDE849-63D1-430D-B5C3-442BAD466B58}" srcOrd="1" destOrd="0" presId="urn:microsoft.com/office/officeart/2005/8/layout/hierarchy1"/>
    <dgm:cxn modelId="{D97B3841-23E7-40E8-8E40-003D2DF397F6}" type="presParOf" srcId="{4CFDE849-63D1-430D-B5C3-442BAD466B58}" destId="{D15F9C18-8DA3-4776-8E8B-328AE1487120}" srcOrd="0" destOrd="0" presId="urn:microsoft.com/office/officeart/2005/8/layout/hierarchy1"/>
    <dgm:cxn modelId="{230A1E58-F74F-4A2F-AF5F-1B3151FECE12}" type="presParOf" srcId="{D15F9C18-8DA3-4776-8E8B-328AE1487120}" destId="{B2B98874-F890-4A7A-8167-398A3D8BCE46}" srcOrd="0" destOrd="0" presId="urn:microsoft.com/office/officeart/2005/8/layout/hierarchy1"/>
    <dgm:cxn modelId="{A0275B8A-A278-4AC7-A52E-0F56D95ADA0E}" type="presParOf" srcId="{D15F9C18-8DA3-4776-8E8B-328AE1487120}" destId="{C2B181FE-D862-48EA-A3EF-BFB353E90E49}" srcOrd="1" destOrd="0" presId="urn:microsoft.com/office/officeart/2005/8/layout/hierarchy1"/>
    <dgm:cxn modelId="{51E41AF4-A94C-49CB-A018-7F1CD9A054BF}" type="presParOf" srcId="{4CFDE849-63D1-430D-B5C3-442BAD466B58}" destId="{1B7D7057-01D3-407E-9146-08F8E5357FB1}" srcOrd="1" destOrd="0" presId="urn:microsoft.com/office/officeart/2005/8/layout/hierarchy1"/>
    <dgm:cxn modelId="{BBA66ED6-ABC7-410B-BF67-A4A02AD8AEDD}" type="presParOf" srcId="{9EE9935C-B415-4E48-BCA6-4CA9B1C6972A}" destId="{3B721F5E-2079-49BD-8FA3-175EFE99FA5D}" srcOrd="2" destOrd="0" presId="urn:microsoft.com/office/officeart/2005/8/layout/hierarchy1"/>
    <dgm:cxn modelId="{59CDAD2D-47A3-4D9C-825B-171D6440D4EE}" type="presParOf" srcId="{3B721F5E-2079-49BD-8FA3-175EFE99FA5D}" destId="{EE344F15-83BC-45BC-B5E3-639B173D4657}" srcOrd="0" destOrd="0" presId="urn:microsoft.com/office/officeart/2005/8/layout/hierarchy1"/>
    <dgm:cxn modelId="{91814E4F-1B60-4869-94B4-D593CD0E6462}" type="presParOf" srcId="{EE344F15-83BC-45BC-B5E3-639B173D4657}" destId="{4281183F-281A-46F7-96E0-40D30BFB3025}" srcOrd="0" destOrd="0" presId="urn:microsoft.com/office/officeart/2005/8/layout/hierarchy1"/>
    <dgm:cxn modelId="{4375F6AC-0449-443B-AD1C-E65B84DF2C84}" type="presParOf" srcId="{EE344F15-83BC-45BC-B5E3-639B173D4657}" destId="{5A1CA18C-FAFA-44A8-BA1B-1037F74BC6B0}" srcOrd="1" destOrd="0" presId="urn:microsoft.com/office/officeart/2005/8/layout/hierarchy1"/>
    <dgm:cxn modelId="{22831C9A-2D5D-47B6-B342-6D50000DC8C5}" type="presParOf" srcId="{3B721F5E-2079-49BD-8FA3-175EFE99FA5D}" destId="{AF146BF4-838F-4768-8685-1D7F51457D2E}" srcOrd="1" destOrd="0" presId="urn:microsoft.com/office/officeart/2005/8/layout/hierarchy1"/>
    <dgm:cxn modelId="{50B356D4-008D-4995-9386-A84A77C78E04}" type="presParOf" srcId="{9EE9935C-B415-4E48-BCA6-4CA9B1C6972A}" destId="{39DA67C2-352B-425F-A6FC-4F626655FB54}" srcOrd="3" destOrd="0" presId="urn:microsoft.com/office/officeart/2005/8/layout/hierarchy1"/>
    <dgm:cxn modelId="{DDBFBF3C-313E-4437-87B5-A515397BD717}" type="presParOf" srcId="{39DA67C2-352B-425F-A6FC-4F626655FB54}" destId="{3E6DB9D7-AC1B-4B04-81FD-5F7BE9B42B8B}" srcOrd="0" destOrd="0" presId="urn:microsoft.com/office/officeart/2005/8/layout/hierarchy1"/>
    <dgm:cxn modelId="{2D92831A-9C98-48FB-9460-31AAF9C6841B}" type="presParOf" srcId="{3E6DB9D7-AC1B-4B04-81FD-5F7BE9B42B8B}" destId="{FB466115-4C7C-461D-92DB-CD9A611B475D}" srcOrd="0" destOrd="0" presId="urn:microsoft.com/office/officeart/2005/8/layout/hierarchy1"/>
    <dgm:cxn modelId="{0514CF0E-FEB6-4707-BEFD-4D9CC62F7616}" type="presParOf" srcId="{3E6DB9D7-AC1B-4B04-81FD-5F7BE9B42B8B}" destId="{DA326540-71BA-4F12-BFCE-66EF3F37C07A}" srcOrd="1" destOrd="0" presId="urn:microsoft.com/office/officeart/2005/8/layout/hierarchy1"/>
    <dgm:cxn modelId="{54B7158D-4CD8-420A-9CB4-5982C00D08B2}" type="presParOf" srcId="{39DA67C2-352B-425F-A6FC-4F626655FB54}" destId="{3D2B0B21-4CAD-4980-A972-1C4E615060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EFE24C-DF67-4166-B535-FA76D50BC6A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B24294-2200-42EF-8328-C6E9F14A746D}">
      <dgm:prSet/>
      <dgm:spPr/>
      <dgm:t>
        <a:bodyPr/>
        <a:lstStyle/>
        <a:p>
          <a:r>
            <a:rPr lang="fr-FR"/>
            <a:t>• Architecture modulaire</a:t>
          </a:r>
          <a:endParaRPr lang="en-US"/>
        </a:p>
      </dgm:t>
    </dgm:pt>
    <dgm:pt modelId="{35D73325-AF63-40E2-9EC3-7F4B5D275741}" type="parTrans" cxnId="{0DBD9E9C-4997-40B7-A8D7-B17E7143ECED}">
      <dgm:prSet/>
      <dgm:spPr/>
      <dgm:t>
        <a:bodyPr/>
        <a:lstStyle/>
        <a:p>
          <a:endParaRPr lang="en-US"/>
        </a:p>
      </dgm:t>
    </dgm:pt>
    <dgm:pt modelId="{A14B86E3-538C-4635-B650-823BE2C849DA}" type="sibTrans" cxnId="{0DBD9E9C-4997-40B7-A8D7-B17E7143ECED}">
      <dgm:prSet/>
      <dgm:spPr/>
      <dgm:t>
        <a:bodyPr/>
        <a:lstStyle/>
        <a:p>
          <a:endParaRPr lang="en-US"/>
        </a:p>
      </dgm:t>
    </dgm:pt>
    <dgm:pt modelId="{2594A88B-CE4A-4C19-89C0-4E33FF3CBB8E}">
      <dgm:prSet/>
      <dgm:spPr/>
      <dgm:t>
        <a:bodyPr/>
        <a:lstStyle/>
        <a:p>
          <a:r>
            <a:rPr lang="fr-FR"/>
            <a:t>• Séparation des responsabilités</a:t>
          </a:r>
          <a:endParaRPr lang="en-US"/>
        </a:p>
      </dgm:t>
    </dgm:pt>
    <dgm:pt modelId="{62837501-5812-4CC2-B278-A009AB8373F8}" type="parTrans" cxnId="{6F05B1BE-D17A-4740-A2FC-6303BDB4DE82}">
      <dgm:prSet/>
      <dgm:spPr/>
      <dgm:t>
        <a:bodyPr/>
        <a:lstStyle/>
        <a:p>
          <a:endParaRPr lang="en-US"/>
        </a:p>
      </dgm:t>
    </dgm:pt>
    <dgm:pt modelId="{B655C798-8199-4D4A-99F3-9BBFEBE29034}" type="sibTrans" cxnId="{6F05B1BE-D17A-4740-A2FC-6303BDB4DE82}">
      <dgm:prSet/>
      <dgm:spPr/>
      <dgm:t>
        <a:bodyPr/>
        <a:lstStyle/>
        <a:p>
          <a:endParaRPr lang="en-US"/>
        </a:p>
      </dgm:t>
    </dgm:pt>
    <dgm:pt modelId="{AF777F44-FF5A-48F6-9951-C8D7AB92CD49}">
      <dgm:prSet/>
      <dgm:spPr/>
      <dgm:t>
        <a:bodyPr/>
        <a:lstStyle/>
        <a:p>
          <a:r>
            <a:rPr lang="fr-FR"/>
            <a:t>• Design responsive</a:t>
          </a:r>
          <a:endParaRPr lang="en-US"/>
        </a:p>
      </dgm:t>
    </dgm:pt>
    <dgm:pt modelId="{70BE4252-8557-48B0-AA49-8842F90A070D}" type="parTrans" cxnId="{CEDDDB91-BAB5-43A9-B3C2-65630A1AAB8C}">
      <dgm:prSet/>
      <dgm:spPr/>
      <dgm:t>
        <a:bodyPr/>
        <a:lstStyle/>
        <a:p>
          <a:endParaRPr lang="en-US"/>
        </a:p>
      </dgm:t>
    </dgm:pt>
    <dgm:pt modelId="{A2D89FDD-E540-4706-AF02-C640D4AD9C1A}" type="sibTrans" cxnId="{CEDDDB91-BAB5-43A9-B3C2-65630A1AAB8C}">
      <dgm:prSet/>
      <dgm:spPr/>
      <dgm:t>
        <a:bodyPr/>
        <a:lstStyle/>
        <a:p>
          <a:endParaRPr lang="en-US"/>
        </a:p>
      </dgm:t>
    </dgm:pt>
    <dgm:pt modelId="{D42E0EF1-25A8-4EB5-8807-5D59D053B9FA}">
      <dgm:prSet/>
      <dgm:spPr/>
      <dgm:t>
        <a:bodyPr/>
        <a:lstStyle/>
        <a:p>
          <a:r>
            <a:rPr lang="fr-FR"/>
            <a:t>• Sans frameworks externes</a:t>
          </a:r>
          <a:endParaRPr lang="en-US"/>
        </a:p>
      </dgm:t>
    </dgm:pt>
    <dgm:pt modelId="{41FFCC09-176C-4D6D-BF20-C2690BE9FEE4}" type="parTrans" cxnId="{0DCC3EDB-FF92-4013-BE05-F97747DB8CF2}">
      <dgm:prSet/>
      <dgm:spPr/>
      <dgm:t>
        <a:bodyPr/>
        <a:lstStyle/>
        <a:p>
          <a:endParaRPr lang="en-US"/>
        </a:p>
      </dgm:t>
    </dgm:pt>
    <dgm:pt modelId="{89AE61BC-664A-48BB-B104-8D0C812D36D2}" type="sibTrans" cxnId="{0DCC3EDB-FF92-4013-BE05-F97747DB8CF2}">
      <dgm:prSet/>
      <dgm:spPr/>
      <dgm:t>
        <a:bodyPr/>
        <a:lstStyle/>
        <a:p>
          <a:endParaRPr lang="en-US"/>
        </a:p>
      </dgm:t>
    </dgm:pt>
    <dgm:pt modelId="{57882DC6-154B-4387-8AC8-EE26BEF40216}" type="pres">
      <dgm:prSet presAssocID="{10EFE24C-DF67-4166-B535-FA76D50BC6A3}" presName="root" presStyleCnt="0">
        <dgm:presLayoutVars>
          <dgm:dir/>
          <dgm:resizeHandles val="exact"/>
        </dgm:presLayoutVars>
      </dgm:prSet>
      <dgm:spPr/>
    </dgm:pt>
    <dgm:pt modelId="{327F03AA-AD75-4594-AEAE-CBD81E5134B8}" type="pres">
      <dgm:prSet presAssocID="{10EFE24C-DF67-4166-B535-FA76D50BC6A3}" presName="container" presStyleCnt="0">
        <dgm:presLayoutVars>
          <dgm:dir/>
          <dgm:resizeHandles val="exact"/>
        </dgm:presLayoutVars>
      </dgm:prSet>
      <dgm:spPr/>
    </dgm:pt>
    <dgm:pt modelId="{4D7CF632-D369-4A57-81C8-8D67A0DF02E5}" type="pres">
      <dgm:prSet presAssocID="{8EB24294-2200-42EF-8328-C6E9F14A746D}" presName="compNode" presStyleCnt="0"/>
      <dgm:spPr/>
    </dgm:pt>
    <dgm:pt modelId="{BEE19ED6-52A9-4D99-AE26-E4A0347C1EFB}" type="pres">
      <dgm:prSet presAssocID="{8EB24294-2200-42EF-8328-C6E9F14A746D}" presName="iconBgRect" presStyleLbl="bgShp" presStyleIdx="0" presStyleCnt="4"/>
      <dgm:spPr/>
    </dgm:pt>
    <dgm:pt modelId="{BF9567C2-2F7F-44CC-AABC-159F5F3A2EE6}" type="pres">
      <dgm:prSet presAssocID="{8EB24294-2200-42EF-8328-C6E9F14A74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93D9662-548A-4BE6-874B-78816D2F88AD}" type="pres">
      <dgm:prSet presAssocID="{8EB24294-2200-42EF-8328-C6E9F14A746D}" presName="spaceRect" presStyleCnt="0"/>
      <dgm:spPr/>
    </dgm:pt>
    <dgm:pt modelId="{EBD36630-B987-4DE8-A35E-9E44B3909604}" type="pres">
      <dgm:prSet presAssocID="{8EB24294-2200-42EF-8328-C6E9F14A746D}" presName="textRect" presStyleLbl="revTx" presStyleIdx="0" presStyleCnt="4">
        <dgm:presLayoutVars>
          <dgm:chMax val="1"/>
          <dgm:chPref val="1"/>
        </dgm:presLayoutVars>
      </dgm:prSet>
      <dgm:spPr/>
    </dgm:pt>
    <dgm:pt modelId="{818F929A-6833-4E9E-9A3B-CE7A3FA21467}" type="pres">
      <dgm:prSet presAssocID="{A14B86E3-538C-4635-B650-823BE2C849DA}" presName="sibTrans" presStyleLbl="sibTrans2D1" presStyleIdx="0" presStyleCnt="0"/>
      <dgm:spPr/>
    </dgm:pt>
    <dgm:pt modelId="{947D08F8-FDAE-47AD-9EBE-1A27621854AA}" type="pres">
      <dgm:prSet presAssocID="{2594A88B-CE4A-4C19-89C0-4E33FF3CBB8E}" presName="compNode" presStyleCnt="0"/>
      <dgm:spPr/>
    </dgm:pt>
    <dgm:pt modelId="{AC2D884E-015A-4AE5-8326-C5C3A83D794F}" type="pres">
      <dgm:prSet presAssocID="{2594A88B-CE4A-4C19-89C0-4E33FF3CBB8E}" presName="iconBgRect" presStyleLbl="bgShp" presStyleIdx="1" presStyleCnt="4"/>
      <dgm:spPr/>
    </dgm:pt>
    <dgm:pt modelId="{8A0854ED-FBF3-49BF-B8DB-A343B1E3696E}" type="pres">
      <dgm:prSet presAssocID="{2594A88B-CE4A-4C19-89C0-4E33FF3CBB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AEECD0B-43AB-405E-A5C2-B71C0041B4CD}" type="pres">
      <dgm:prSet presAssocID="{2594A88B-CE4A-4C19-89C0-4E33FF3CBB8E}" presName="spaceRect" presStyleCnt="0"/>
      <dgm:spPr/>
    </dgm:pt>
    <dgm:pt modelId="{078EB480-6B98-4EA1-A646-3F0BF5D816EF}" type="pres">
      <dgm:prSet presAssocID="{2594A88B-CE4A-4C19-89C0-4E33FF3CBB8E}" presName="textRect" presStyleLbl="revTx" presStyleIdx="1" presStyleCnt="4">
        <dgm:presLayoutVars>
          <dgm:chMax val="1"/>
          <dgm:chPref val="1"/>
        </dgm:presLayoutVars>
      </dgm:prSet>
      <dgm:spPr/>
    </dgm:pt>
    <dgm:pt modelId="{50007B36-E6C1-4C02-90CC-B0A210ED792E}" type="pres">
      <dgm:prSet presAssocID="{B655C798-8199-4D4A-99F3-9BBFEBE29034}" presName="sibTrans" presStyleLbl="sibTrans2D1" presStyleIdx="0" presStyleCnt="0"/>
      <dgm:spPr/>
    </dgm:pt>
    <dgm:pt modelId="{81952E5E-FB99-4833-AFEE-C653A4D08A03}" type="pres">
      <dgm:prSet presAssocID="{AF777F44-FF5A-48F6-9951-C8D7AB92CD49}" presName="compNode" presStyleCnt="0"/>
      <dgm:spPr/>
    </dgm:pt>
    <dgm:pt modelId="{9F1A7D5B-3AA9-4A58-80DC-85FD41B3D03B}" type="pres">
      <dgm:prSet presAssocID="{AF777F44-FF5A-48F6-9951-C8D7AB92CD49}" presName="iconBgRect" presStyleLbl="bgShp" presStyleIdx="2" presStyleCnt="4"/>
      <dgm:spPr/>
    </dgm:pt>
    <dgm:pt modelId="{3FEE955B-4129-4507-9C0A-E3036FB07A94}" type="pres">
      <dgm:prSet presAssocID="{AF777F44-FF5A-48F6-9951-C8D7AB92CD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5AD20D1-9F06-4A8E-A564-E248C491E172}" type="pres">
      <dgm:prSet presAssocID="{AF777F44-FF5A-48F6-9951-C8D7AB92CD49}" presName="spaceRect" presStyleCnt="0"/>
      <dgm:spPr/>
    </dgm:pt>
    <dgm:pt modelId="{C55EC4DF-9940-42DF-990F-BA12CF092DD3}" type="pres">
      <dgm:prSet presAssocID="{AF777F44-FF5A-48F6-9951-C8D7AB92CD49}" presName="textRect" presStyleLbl="revTx" presStyleIdx="2" presStyleCnt="4">
        <dgm:presLayoutVars>
          <dgm:chMax val="1"/>
          <dgm:chPref val="1"/>
        </dgm:presLayoutVars>
      </dgm:prSet>
      <dgm:spPr/>
    </dgm:pt>
    <dgm:pt modelId="{AB7037A3-2ECB-4345-B8D1-264EA8232C63}" type="pres">
      <dgm:prSet presAssocID="{A2D89FDD-E540-4706-AF02-C640D4AD9C1A}" presName="sibTrans" presStyleLbl="sibTrans2D1" presStyleIdx="0" presStyleCnt="0"/>
      <dgm:spPr/>
    </dgm:pt>
    <dgm:pt modelId="{9C2AC562-7EF8-4526-A1F8-6CF0EF8EFAAC}" type="pres">
      <dgm:prSet presAssocID="{D42E0EF1-25A8-4EB5-8807-5D59D053B9FA}" presName="compNode" presStyleCnt="0"/>
      <dgm:spPr/>
    </dgm:pt>
    <dgm:pt modelId="{CD209659-6861-4073-9F4A-D9090E3C579C}" type="pres">
      <dgm:prSet presAssocID="{D42E0EF1-25A8-4EB5-8807-5D59D053B9FA}" presName="iconBgRect" presStyleLbl="bgShp" presStyleIdx="3" presStyleCnt="4"/>
      <dgm:spPr/>
    </dgm:pt>
    <dgm:pt modelId="{76D33C5A-87DC-4BB2-8AE6-7E816ECBD703}" type="pres">
      <dgm:prSet presAssocID="{D42E0EF1-25A8-4EB5-8807-5D59D053B9F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95D7A93-2B47-44B4-98D3-7F68C8282B95}" type="pres">
      <dgm:prSet presAssocID="{D42E0EF1-25A8-4EB5-8807-5D59D053B9FA}" presName="spaceRect" presStyleCnt="0"/>
      <dgm:spPr/>
    </dgm:pt>
    <dgm:pt modelId="{31637140-D91B-44F6-8C80-F0F6A886A623}" type="pres">
      <dgm:prSet presAssocID="{D42E0EF1-25A8-4EB5-8807-5D59D053B9F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E79211-A4A6-45D4-95AD-0F7A2A1FE585}" type="presOf" srcId="{10EFE24C-DF67-4166-B535-FA76D50BC6A3}" destId="{57882DC6-154B-4387-8AC8-EE26BEF40216}" srcOrd="0" destOrd="0" presId="urn:microsoft.com/office/officeart/2018/2/layout/IconCircleList"/>
    <dgm:cxn modelId="{9FE27A12-E9DE-420A-AE63-EA87F1BC6079}" type="presOf" srcId="{A14B86E3-538C-4635-B650-823BE2C849DA}" destId="{818F929A-6833-4E9E-9A3B-CE7A3FA21467}" srcOrd="0" destOrd="0" presId="urn:microsoft.com/office/officeart/2018/2/layout/IconCircleList"/>
    <dgm:cxn modelId="{7CF63719-B614-4B34-A7C6-AB9A8AFAD954}" type="presOf" srcId="{2594A88B-CE4A-4C19-89C0-4E33FF3CBB8E}" destId="{078EB480-6B98-4EA1-A646-3F0BF5D816EF}" srcOrd="0" destOrd="0" presId="urn:microsoft.com/office/officeart/2018/2/layout/IconCircleList"/>
    <dgm:cxn modelId="{14AE5C50-8070-4658-9B69-051CCD018E99}" type="presOf" srcId="{AF777F44-FF5A-48F6-9951-C8D7AB92CD49}" destId="{C55EC4DF-9940-42DF-990F-BA12CF092DD3}" srcOrd="0" destOrd="0" presId="urn:microsoft.com/office/officeart/2018/2/layout/IconCircleList"/>
    <dgm:cxn modelId="{B8966953-0744-40FD-9A7B-DABDFD650DD3}" type="presOf" srcId="{B655C798-8199-4D4A-99F3-9BBFEBE29034}" destId="{50007B36-E6C1-4C02-90CC-B0A210ED792E}" srcOrd="0" destOrd="0" presId="urn:microsoft.com/office/officeart/2018/2/layout/IconCircleList"/>
    <dgm:cxn modelId="{41422C55-725F-4B39-BAAF-A38AD48499D8}" type="presOf" srcId="{D42E0EF1-25A8-4EB5-8807-5D59D053B9FA}" destId="{31637140-D91B-44F6-8C80-F0F6A886A623}" srcOrd="0" destOrd="0" presId="urn:microsoft.com/office/officeart/2018/2/layout/IconCircleList"/>
    <dgm:cxn modelId="{CEDDDB91-BAB5-43A9-B3C2-65630A1AAB8C}" srcId="{10EFE24C-DF67-4166-B535-FA76D50BC6A3}" destId="{AF777F44-FF5A-48F6-9951-C8D7AB92CD49}" srcOrd="2" destOrd="0" parTransId="{70BE4252-8557-48B0-AA49-8842F90A070D}" sibTransId="{A2D89FDD-E540-4706-AF02-C640D4AD9C1A}"/>
    <dgm:cxn modelId="{C064E79B-49BB-4DF4-AB38-DCE7699B62A8}" type="presOf" srcId="{A2D89FDD-E540-4706-AF02-C640D4AD9C1A}" destId="{AB7037A3-2ECB-4345-B8D1-264EA8232C63}" srcOrd="0" destOrd="0" presId="urn:microsoft.com/office/officeart/2018/2/layout/IconCircleList"/>
    <dgm:cxn modelId="{0DBD9E9C-4997-40B7-A8D7-B17E7143ECED}" srcId="{10EFE24C-DF67-4166-B535-FA76D50BC6A3}" destId="{8EB24294-2200-42EF-8328-C6E9F14A746D}" srcOrd="0" destOrd="0" parTransId="{35D73325-AF63-40E2-9EC3-7F4B5D275741}" sibTransId="{A14B86E3-538C-4635-B650-823BE2C849DA}"/>
    <dgm:cxn modelId="{6F05B1BE-D17A-4740-A2FC-6303BDB4DE82}" srcId="{10EFE24C-DF67-4166-B535-FA76D50BC6A3}" destId="{2594A88B-CE4A-4C19-89C0-4E33FF3CBB8E}" srcOrd="1" destOrd="0" parTransId="{62837501-5812-4CC2-B278-A009AB8373F8}" sibTransId="{B655C798-8199-4D4A-99F3-9BBFEBE29034}"/>
    <dgm:cxn modelId="{0DCC3EDB-FF92-4013-BE05-F97747DB8CF2}" srcId="{10EFE24C-DF67-4166-B535-FA76D50BC6A3}" destId="{D42E0EF1-25A8-4EB5-8807-5D59D053B9FA}" srcOrd="3" destOrd="0" parTransId="{41FFCC09-176C-4D6D-BF20-C2690BE9FEE4}" sibTransId="{89AE61BC-664A-48BB-B104-8D0C812D36D2}"/>
    <dgm:cxn modelId="{2E8F9FEC-2BD7-4018-84B3-FAD790F71F4A}" type="presOf" srcId="{8EB24294-2200-42EF-8328-C6E9F14A746D}" destId="{EBD36630-B987-4DE8-A35E-9E44B3909604}" srcOrd="0" destOrd="0" presId="urn:microsoft.com/office/officeart/2018/2/layout/IconCircleList"/>
    <dgm:cxn modelId="{268BC71B-325D-420A-ADD0-F3BB8A5E8E77}" type="presParOf" srcId="{57882DC6-154B-4387-8AC8-EE26BEF40216}" destId="{327F03AA-AD75-4594-AEAE-CBD81E5134B8}" srcOrd="0" destOrd="0" presId="urn:microsoft.com/office/officeart/2018/2/layout/IconCircleList"/>
    <dgm:cxn modelId="{949DB79D-2D53-4A14-A32E-7CE3D0B37D26}" type="presParOf" srcId="{327F03AA-AD75-4594-AEAE-CBD81E5134B8}" destId="{4D7CF632-D369-4A57-81C8-8D67A0DF02E5}" srcOrd="0" destOrd="0" presId="urn:microsoft.com/office/officeart/2018/2/layout/IconCircleList"/>
    <dgm:cxn modelId="{1DBBBF52-200C-4CFA-9365-FE8F28F19C40}" type="presParOf" srcId="{4D7CF632-D369-4A57-81C8-8D67A0DF02E5}" destId="{BEE19ED6-52A9-4D99-AE26-E4A0347C1EFB}" srcOrd="0" destOrd="0" presId="urn:microsoft.com/office/officeart/2018/2/layout/IconCircleList"/>
    <dgm:cxn modelId="{D3A98966-27B1-4C47-824E-736869973659}" type="presParOf" srcId="{4D7CF632-D369-4A57-81C8-8D67A0DF02E5}" destId="{BF9567C2-2F7F-44CC-AABC-159F5F3A2EE6}" srcOrd="1" destOrd="0" presId="urn:microsoft.com/office/officeart/2018/2/layout/IconCircleList"/>
    <dgm:cxn modelId="{91F5909A-0294-40F9-ABC9-91DB72C4B767}" type="presParOf" srcId="{4D7CF632-D369-4A57-81C8-8D67A0DF02E5}" destId="{393D9662-548A-4BE6-874B-78816D2F88AD}" srcOrd="2" destOrd="0" presId="urn:microsoft.com/office/officeart/2018/2/layout/IconCircleList"/>
    <dgm:cxn modelId="{FAD9C768-0605-4047-BE52-84150498C18C}" type="presParOf" srcId="{4D7CF632-D369-4A57-81C8-8D67A0DF02E5}" destId="{EBD36630-B987-4DE8-A35E-9E44B3909604}" srcOrd="3" destOrd="0" presId="urn:microsoft.com/office/officeart/2018/2/layout/IconCircleList"/>
    <dgm:cxn modelId="{056D0ACA-F18E-4689-AE37-39C25708C46F}" type="presParOf" srcId="{327F03AA-AD75-4594-AEAE-CBD81E5134B8}" destId="{818F929A-6833-4E9E-9A3B-CE7A3FA21467}" srcOrd="1" destOrd="0" presId="urn:microsoft.com/office/officeart/2018/2/layout/IconCircleList"/>
    <dgm:cxn modelId="{C20768A0-18F7-4A7B-89BD-3CF3437C60AB}" type="presParOf" srcId="{327F03AA-AD75-4594-AEAE-CBD81E5134B8}" destId="{947D08F8-FDAE-47AD-9EBE-1A27621854AA}" srcOrd="2" destOrd="0" presId="urn:microsoft.com/office/officeart/2018/2/layout/IconCircleList"/>
    <dgm:cxn modelId="{2C5052E2-1211-4FC9-9E48-2E14119543A8}" type="presParOf" srcId="{947D08F8-FDAE-47AD-9EBE-1A27621854AA}" destId="{AC2D884E-015A-4AE5-8326-C5C3A83D794F}" srcOrd="0" destOrd="0" presId="urn:microsoft.com/office/officeart/2018/2/layout/IconCircleList"/>
    <dgm:cxn modelId="{8B67F4BC-6D78-4330-80C9-9113317D9E6C}" type="presParOf" srcId="{947D08F8-FDAE-47AD-9EBE-1A27621854AA}" destId="{8A0854ED-FBF3-49BF-B8DB-A343B1E3696E}" srcOrd="1" destOrd="0" presId="urn:microsoft.com/office/officeart/2018/2/layout/IconCircleList"/>
    <dgm:cxn modelId="{70EC1D50-4CD8-4C95-AD5D-733839CF1A2A}" type="presParOf" srcId="{947D08F8-FDAE-47AD-9EBE-1A27621854AA}" destId="{1AEECD0B-43AB-405E-A5C2-B71C0041B4CD}" srcOrd="2" destOrd="0" presId="urn:microsoft.com/office/officeart/2018/2/layout/IconCircleList"/>
    <dgm:cxn modelId="{8301C661-05D2-4857-8B7B-9E5D3DD758FA}" type="presParOf" srcId="{947D08F8-FDAE-47AD-9EBE-1A27621854AA}" destId="{078EB480-6B98-4EA1-A646-3F0BF5D816EF}" srcOrd="3" destOrd="0" presId="urn:microsoft.com/office/officeart/2018/2/layout/IconCircleList"/>
    <dgm:cxn modelId="{198A422E-BB17-4F75-8246-6981BE20D947}" type="presParOf" srcId="{327F03AA-AD75-4594-AEAE-CBD81E5134B8}" destId="{50007B36-E6C1-4C02-90CC-B0A210ED792E}" srcOrd="3" destOrd="0" presId="urn:microsoft.com/office/officeart/2018/2/layout/IconCircleList"/>
    <dgm:cxn modelId="{F4BCAB59-6BAA-443E-8574-2E659FFD4207}" type="presParOf" srcId="{327F03AA-AD75-4594-AEAE-CBD81E5134B8}" destId="{81952E5E-FB99-4833-AFEE-C653A4D08A03}" srcOrd="4" destOrd="0" presId="urn:microsoft.com/office/officeart/2018/2/layout/IconCircleList"/>
    <dgm:cxn modelId="{223C2807-4A04-47F8-9002-C703168187A8}" type="presParOf" srcId="{81952E5E-FB99-4833-AFEE-C653A4D08A03}" destId="{9F1A7D5B-3AA9-4A58-80DC-85FD41B3D03B}" srcOrd="0" destOrd="0" presId="urn:microsoft.com/office/officeart/2018/2/layout/IconCircleList"/>
    <dgm:cxn modelId="{5D0D5B0D-9609-4C49-998C-CB547B39D8AE}" type="presParOf" srcId="{81952E5E-FB99-4833-AFEE-C653A4D08A03}" destId="{3FEE955B-4129-4507-9C0A-E3036FB07A94}" srcOrd="1" destOrd="0" presId="urn:microsoft.com/office/officeart/2018/2/layout/IconCircleList"/>
    <dgm:cxn modelId="{2CDF200F-11A5-4C7A-911F-DD86E6CA1341}" type="presParOf" srcId="{81952E5E-FB99-4833-AFEE-C653A4D08A03}" destId="{D5AD20D1-9F06-4A8E-A564-E248C491E172}" srcOrd="2" destOrd="0" presId="urn:microsoft.com/office/officeart/2018/2/layout/IconCircleList"/>
    <dgm:cxn modelId="{2871AB7D-0E48-4267-9CB1-81823838B9BF}" type="presParOf" srcId="{81952E5E-FB99-4833-AFEE-C653A4D08A03}" destId="{C55EC4DF-9940-42DF-990F-BA12CF092DD3}" srcOrd="3" destOrd="0" presId="urn:microsoft.com/office/officeart/2018/2/layout/IconCircleList"/>
    <dgm:cxn modelId="{49B16ACF-A343-4AA0-9BB3-E4DEC490A664}" type="presParOf" srcId="{327F03AA-AD75-4594-AEAE-CBD81E5134B8}" destId="{AB7037A3-2ECB-4345-B8D1-264EA8232C63}" srcOrd="5" destOrd="0" presId="urn:microsoft.com/office/officeart/2018/2/layout/IconCircleList"/>
    <dgm:cxn modelId="{9F5C5DA7-A3F8-4DA6-A14A-DCAE22CA2D61}" type="presParOf" srcId="{327F03AA-AD75-4594-AEAE-CBD81E5134B8}" destId="{9C2AC562-7EF8-4526-A1F8-6CF0EF8EFAAC}" srcOrd="6" destOrd="0" presId="urn:microsoft.com/office/officeart/2018/2/layout/IconCircleList"/>
    <dgm:cxn modelId="{3EA4B2EE-1752-461D-B3C6-C932C934FCB2}" type="presParOf" srcId="{9C2AC562-7EF8-4526-A1F8-6CF0EF8EFAAC}" destId="{CD209659-6861-4073-9F4A-D9090E3C579C}" srcOrd="0" destOrd="0" presId="urn:microsoft.com/office/officeart/2018/2/layout/IconCircleList"/>
    <dgm:cxn modelId="{DD48110E-F3C1-4BA7-9A38-63CE8557D9DC}" type="presParOf" srcId="{9C2AC562-7EF8-4526-A1F8-6CF0EF8EFAAC}" destId="{76D33C5A-87DC-4BB2-8AE6-7E816ECBD703}" srcOrd="1" destOrd="0" presId="urn:microsoft.com/office/officeart/2018/2/layout/IconCircleList"/>
    <dgm:cxn modelId="{D67A0595-9AF5-4677-AFEF-D0AE6FBA5C64}" type="presParOf" srcId="{9C2AC562-7EF8-4526-A1F8-6CF0EF8EFAAC}" destId="{295D7A93-2B47-44B4-98D3-7F68C8282B95}" srcOrd="2" destOrd="0" presId="urn:microsoft.com/office/officeart/2018/2/layout/IconCircleList"/>
    <dgm:cxn modelId="{BA6113B5-638A-4B99-AFD6-BA6571A68F3A}" type="presParOf" srcId="{9C2AC562-7EF8-4526-A1F8-6CF0EF8EFAAC}" destId="{31637140-D91B-44F6-8C80-F0F6A886A62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93B847-114B-4C1F-B43E-B26EE11CD30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1E4EDF-586F-4AA6-B4A7-C44707DF3F9E}">
      <dgm:prSet/>
      <dgm:spPr/>
      <dgm:t>
        <a:bodyPr/>
        <a:lstStyle/>
        <a:p>
          <a:r>
            <a:rPr lang="fr-FR"/>
            <a:t>✓ Interface intuitive et moderne</a:t>
          </a:r>
          <a:endParaRPr lang="en-US"/>
        </a:p>
      </dgm:t>
    </dgm:pt>
    <dgm:pt modelId="{8BF05B25-B7C6-4F54-8615-AFC5F56AB671}" type="parTrans" cxnId="{C5F7A7A0-077B-4995-B519-8B3B2C4A5C70}">
      <dgm:prSet/>
      <dgm:spPr/>
      <dgm:t>
        <a:bodyPr/>
        <a:lstStyle/>
        <a:p>
          <a:endParaRPr lang="en-US"/>
        </a:p>
      </dgm:t>
    </dgm:pt>
    <dgm:pt modelId="{A9AE1B51-0549-427E-9379-4793F121B444}" type="sibTrans" cxnId="{C5F7A7A0-077B-4995-B519-8B3B2C4A5C70}">
      <dgm:prSet/>
      <dgm:spPr/>
      <dgm:t>
        <a:bodyPr/>
        <a:lstStyle/>
        <a:p>
          <a:endParaRPr lang="en-US"/>
        </a:p>
      </dgm:t>
    </dgm:pt>
    <dgm:pt modelId="{B9B7745E-D884-4DC4-9D33-39310846CBEE}">
      <dgm:prSet/>
      <dgm:spPr/>
      <dgm:t>
        <a:bodyPr/>
        <a:lstStyle/>
        <a:p>
          <a:r>
            <a:rPr lang="fr-FR"/>
            <a:t>✓ Performance optimale</a:t>
          </a:r>
          <a:endParaRPr lang="en-US"/>
        </a:p>
      </dgm:t>
    </dgm:pt>
    <dgm:pt modelId="{BB749E8B-C918-4556-857C-A00F9FFB2868}" type="parTrans" cxnId="{6D65B4E7-5A78-4B78-A2A0-BA2A24E568F4}">
      <dgm:prSet/>
      <dgm:spPr/>
      <dgm:t>
        <a:bodyPr/>
        <a:lstStyle/>
        <a:p>
          <a:endParaRPr lang="en-US"/>
        </a:p>
      </dgm:t>
    </dgm:pt>
    <dgm:pt modelId="{E1AD7071-4322-4730-92EF-447E042B9527}" type="sibTrans" cxnId="{6D65B4E7-5A78-4B78-A2A0-BA2A24E568F4}">
      <dgm:prSet/>
      <dgm:spPr/>
      <dgm:t>
        <a:bodyPr/>
        <a:lstStyle/>
        <a:p>
          <a:endParaRPr lang="en-US"/>
        </a:p>
      </dgm:t>
    </dgm:pt>
    <dgm:pt modelId="{E345872C-B14A-4134-B3EF-B280DE85DCB3}">
      <dgm:prSet/>
      <dgm:spPr/>
      <dgm:t>
        <a:bodyPr/>
        <a:lstStyle/>
        <a:p>
          <a:r>
            <a:rPr lang="fr-FR"/>
            <a:t>✓ Maintenance facile</a:t>
          </a:r>
          <a:endParaRPr lang="en-US"/>
        </a:p>
      </dgm:t>
    </dgm:pt>
    <dgm:pt modelId="{654C0618-C423-46FD-A81B-0687A2FF47C2}" type="parTrans" cxnId="{4182FB10-3BCE-4DCA-922C-ECAFFAF098EE}">
      <dgm:prSet/>
      <dgm:spPr/>
      <dgm:t>
        <a:bodyPr/>
        <a:lstStyle/>
        <a:p>
          <a:endParaRPr lang="en-US"/>
        </a:p>
      </dgm:t>
    </dgm:pt>
    <dgm:pt modelId="{9F92E442-0AAB-4DD6-A1BF-FA0A71B09842}" type="sibTrans" cxnId="{4182FB10-3BCE-4DCA-922C-ECAFFAF098EE}">
      <dgm:prSet/>
      <dgm:spPr/>
      <dgm:t>
        <a:bodyPr/>
        <a:lstStyle/>
        <a:p>
          <a:endParaRPr lang="en-US"/>
        </a:p>
      </dgm:t>
    </dgm:pt>
    <dgm:pt modelId="{995352A3-91A2-4BF6-9C64-740B2B9980BD}">
      <dgm:prSet/>
      <dgm:spPr/>
      <dgm:t>
        <a:bodyPr/>
        <a:lstStyle/>
        <a:p>
          <a:r>
            <a:rPr lang="fr-FR"/>
            <a:t>✓ Extensible et modulaire</a:t>
          </a:r>
          <a:endParaRPr lang="en-US"/>
        </a:p>
      </dgm:t>
    </dgm:pt>
    <dgm:pt modelId="{4C8DCEBF-8F47-4180-9648-065DF238A469}" type="parTrans" cxnId="{91A9812F-9358-4812-803F-E13BB73CB26F}">
      <dgm:prSet/>
      <dgm:spPr/>
      <dgm:t>
        <a:bodyPr/>
        <a:lstStyle/>
        <a:p>
          <a:endParaRPr lang="en-US"/>
        </a:p>
      </dgm:t>
    </dgm:pt>
    <dgm:pt modelId="{410C9B49-18D7-4385-9230-5CF22BB09521}" type="sibTrans" cxnId="{91A9812F-9358-4812-803F-E13BB73CB26F}">
      <dgm:prSet/>
      <dgm:spPr/>
      <dgm:t>
        <a:bodyPr/>
        <a:lstStyle/>
        <a:p>
          <a:endParaRPr lang="en-US"/>
        </a:p>
      </dgm:t>
    </dgm:pt>
    <dgm:pt modelId="{CA4023C5-A33A-4441-AFA0-0496D7D683AB}">
      <dgm:prSet/>
      <dgm:spPr/>
      <dgm:t>
        <a:bodyPr/>
        <a:lstStyle/>
        <a:p>
          <a:r>
            <a:rPr lang="fr-FR"/>
            <a:t>✓ Sans dépendances externes</a:t>
          </a:r>
          <a:endParaRPr lang="en-US"/>
        </a:p>
      </dgm:t>
    </dgm:pt>
    <dgm:pt modelId="{8DB566C5-9551-4F90-BB39-CC2DCDD70460}" type="parTrans" cxnId="{98794876-C7B0-46A1-AE41-F3F965312C67}">
      <dgm:prSet/>
      <dgm:spPr/>
      <dgm:t>
        <a:bodyPr/>
        <a:lstStyle/>
        <a:p>
          <a:endParaRPr lang="en-US"/>
        </a:p>
      </dgm:t>
    </dgm:pt>
    <dgm:pt modelId="{604EC2B1-9565-472A-BCBC-DF5D1FE89166}" type="sibTrans" cxnId="{98794876-C7B0-46A1-AE41-F3F965312C67}">
      <dgm:prSet/>
      <dgm:spPr/>
      <dgm:t>
        <a:bodyPr/>
        <a:lstStyle/>
        <a:p>
          <a:endParaRPr lang="en-US"/>
        </a:p>
      </dgm:t>
    </dgm:pt>
    <dgm:pt modelId="{6ED66F87-5DF7-467D-A3A7-5FCE5A1A8F45}">
      <dgm:prSet/>
      <dgm:spPr/>
      <dgm:t>
        <a:bodyPr/>
        <a:lstStyle/>
        <a:p>
          <a:r>
            <a:rPr lang="fr-FR"/>
            <a:t>✓ Code propre et bien documenté</a:t>
          </a:r>
          <a:endParaRPr lang="en-US"/>
        </a:p>
      </dgm:t>
    </dgm:pt>
    <dgm:pt modelId="{8EF11EAE-10DE-42E2-8A04-CD791444A621}" type="parTrans" cxnId="{22C637F2-F548-407D-8900-0D36C96745CD}">
      <dgm:prSet/>
      <dgm:spPr/>
      <dgm:t>
        <a:bodyPr/>
        <a:lstStyle/>
        <a:p>
          <a:endParaRPr lang="en-US"/>
        </a:p>
      </dgm:t>
    </dgm:pt>
    <dgm:pt modelId="{EFABF7B2-F06F-482B-AD6D-7E542B5DB9A4}" type="sibTrans" cxnId="{22C637F2-F548-407D-8900-0D36C96745CD}">
      <dgm:prSet/>
      <dgm:spPr/>
      <dgm:t>
        <a:bodyPr/>
        <a:lstStyle/>
        <a:p>
          <a:endParaRPr lang="en-US"/>
        </a:p>
      </dgm:t>
    </dgm:pt>
    <dgm:pt modelId="{8EFD59A7-73C6-4278-A2A2-6D3FEA722353}">
      <dgm:prSet/>
      <dgm:spPr/>
      <dgm:t>
        <a:bodyPr/>
        <a:lstStyle/>
        <a:p>
          <a:r>
            <a:rPr lang="fr-FR"/>
            <a:t>✓ Sécurité renforcée</a:t>
          </a:r>
          <a:endParaRPr lang="en-US"/>
        </a:p>
      </dgm:t>
    </dgm:pt>
    <dgm:pt modelId="{04A3685E-3AFD-4AB6-AE22-014E72963E89}" type="parTrans" cxnId="{701BCABB-3C7E-4026-8404-4B8ED34AE4D9}">
      <dgm:prSet/>
      <dgm:spPr/>
      <dgm:t>
        <a:bodyPr/>
        <a:lstStyle/>
        <a:p>
          <a:endParaRPr lang="en-US"/>
        </a:p>
      </dgm:t>
    </dgm:pt>
    <dgm:pt modelId="{C5A808C8-E5A0-482A-BB9B-472D42CA8062}" type="sibTrans" cxnId="{701BCABB-3C7E-4026-8404-4B8ED34AE4D9}">
      <dgm:prSet/>
      <dgm:spPr/>
      <dgm:t>
        <a:bodyPr/>
        <a:lstStyle/>
        <a:p>
          <a:endParaRPr lang="en-US"/>
        </a:p>
      </dgm:t>
    </dgm:pt>
    <dgm:pt modelId="{4125BE2D-9DA7-4CCD-830B-2F8D75773C65}" type="pres">
      <dgm:prSet presAssocID="{0B93B847-114B-4C1F-B43E-B26EE11CD30B}" presName="diagram" presStyleCnt="0">
        <dgm:presLayoutVars>
          <dgm:dir/>
          <dgm:resizeHandles val="exact"/>
        </dgm:presLayoutVars>
      </dgm:prSet>
      <dgm:spPr/>
    </dgm:pt>
    <dgm:pt modelId="{438C70AE-7C9D-4773-A0F0-26AF9263ED5F}" type="pres">
      <dgm:prSet presAssocID="{D71E4EDF-586F-4AA6-B4A7-C44707DF3F9E}" presName="node" presStyleLbl="node1" presStyleIdx="0" presStyleCnt="7">
        <dgm:presLayoutVars>
          <dgm:bulletEnabled val="1"/>
        </dgm:presLayoutVars>
      </dgm:prSet>
      <dgm:spPr/>
    </dgm:pt>
    <dgm:pt modelId="{43AB7C1C-CDB5-4983-8BE5-D51497E0F856}" type="pres">
      <dgm:prSet presAssocID="{A9AE1B51-0549-427E-9379-4793F121B444}" presName="sibTrans" presStyleCnt="0"/>
      <dgm:spPr/>
    </dgm:pt>
    <dgm:pt modelId="{E873707C-12E3-4F2E-B25F-F302CCA4430B}" type="pres">
      <dgm:prSet presAssocID="{B9B7745E-D884-4DC4-9D33-39310846CBEE}" presName="node" presStyleLbl="node1" presStyleIdx="1" presStyleCnt="7">
        <dgm:presLayoutVars>
          <dgm:bulletEnabled val="1"/>
        </dgm:presLayoutVars>
      </dgm:prSet>
      <dgm:spPr/>
    </dgm:pt>
    <dgm:pt modelId="{85395BD6-350E-4744-AE88-1B6BD4395D34}" type="pres">
      <dgm:prSet presAssocID="{E1AD7071-4322-4730-92EF-447E042B9527}" presName="sibTrans" presStyleCnt="0"/>
      <dgm:spPr/>
    </dgm:pt>
    <dgm:pt modelId="{C1E7321E-C86E-4A82-8EF2-E9D4D01333E1}" type="pres">
      <dgm:prSet presAssocID="{E345872C-B14A-4134-B3EF-B280DE85DCB3}" presName="node" presStyleLbl="node1" presStyleIdx="2" presStyleCnt="7">
        <dgm:presLayoutVars>
          <dgm:bulletEnabled val="1"/>
        </dgm:presLayoutVars>
      </dgm:prSet>
      <dgm:spPr/>
    </dgm:pt>
    <dgm:pt modelId="{DB9772D2-80AC-4A7C-87F6-2C45348A409E}" type="pres">
      <dgm:prSet presAssocID="{9F92E442-0AAB-4DD6-A1BF-FA0A71B09842}" presName="sibTrans" presStyleCnt="0"/>
      <dgm:spPr/>
    </dgm:pt>
    <dgm:pt modelId="{CC273BCF-28FC-4F6F-994F-81015CC6C8BF}" type="pres">
      <dgm:prSet presAssocID="{995352A3-91A2-4BF6-9C64-740B2B9980BD}" presName="node" presStyleLbl="node1" presStyleIdx="3" presStyleCnt="7">
        <dgm:presLayoutVars>
          <dgm:bulletEnabled val="1"/>
        </dgm:presLayoutVars>
      </dgm:prSet>
      <dgm:spPr/>
    </dgm:pt>
    <dgm:pt modelId="{D76076C7-D478-4A42-978F-E701065AAB44}" type="pres">
      <dgm:prSet presAssocID="{410C9B49-18D7-4385-9230-5CF22BB09521}" presName="sibTrans" presStyleCnt="0"/>
      <dgm:spPr/>
    </dgm:pt>
    <dgm:pt modelId="{03C4C252-73E5-4B88-9EEB-0D1F90645164}" type="pres">
      <dgm:prSet presAssocID="{CA4023C5-A33A-4441-AFA0-0496D7D683AB}" presName="node" presStyleLbl="node1" presStyleIdx="4" presStyleCnt="7">
        <dgm:presLayoutVars>
          <dgm:bulletEnabled val="1"/>
        </dgm:presLayoutVars>
      </dgm:prSet>
      <dgm:spPr/>
    </dgm:pt>
    <dgm:pt modelId="{79A3C674-16E5-404F-9F5E-2059776ECC68}" type="pres">
      <dgm:prSet presAssocID="{604EC2B1-9565-472A-BCBC-DF5D1FE89166}" presName="sibTrans" presStyleCnt="0"/>
      <dgm:spPr/>
    </dgm:pt>
    <dgm:pt modelId="{2C1F6204-4CB5-459B-BE57-D71B9507BED1}" type="pres">
      <dgm:prSet presAssocID="{6ED66F87-5DF7-467D-A3A7-5FCE5A1A8F45}" presName="node" presStyleLbl="node1" presStyleIdx="5" presStyleCnt="7">
        <dgm:presLayoutVars>
          <dgm:bulletEnabled val="1"/>
        </dgm:presLayoutVars>
      </dgm:prSet>
      <dgm:spPr/>
    </dgm:pt>
    <dgm:pt modelId="{224EBD49-52FC-4A77-9C46-5C19DB22EFE4}" type="pres">
      <dgm:prSet presAssocID="{EFABF7B2-F06F-482B-AD6D-7E542B5DB9A4}" presName="sibTrans" presStyleCnt="0"/>
      <dgm:spPr/>
    </dgm:pt>
    <dgm:pt modelId="{E41AA40C-1B23-4519-8DEA-72EC6F643BDA}" type="pres">
      <dgm:prSet presAssocID="{8EFD59A7-73C6-4278-A2A2-6D3FEA722353}" presName="node" presStyleLbl="node1" presStyleIdx="6" presStyleCnt="7">
        <dgm:presLayoutVars>
          <dgm:bulletEnabled val="1"/>
        </dgm:presLayoutVars>
      </dgm:prSet>
      <dgm:spPr/>
    </dgm:pt>
  </dgm:ptLst>
  <dgm:cxnLst>
    <dgm:cxn modelId="{9E3DB307-7F10-4924-B558-A8C325D25CA9}" type="presOf" srcId="{0B93B847-114B-4C1F-B43E-B26EE11CD30B}" destId="{4125BE2D-9DA7-4CCD-830B-2F8D75773C65}" srcOrd="0" destOrd="0" presId="urn:microsoft.com/office/officeart/2005/8/layout/default"/>
    <dgm:cxn modelId="{4182FB10-3BCE-4DCA-922C-ECAFFAF098EE}" srcId="{0B93B847-114B-4C1F-B43E-B26EE11CD30B}" destId="{E345872C-B14A-4134-B3EF-B280DE85DCB3}" srcOrd="2" destOrd="0" parTransId="{654C0618-C423-46FD-A81B-0687A2FF47C2}" sibTransId="{9F92E442-0AAB-4DD6-A1BF-FA0A71B09842}"/>
    <dgm:cxn modelId="{91A9812F-9358-4812-803F-E13BB73CB26F}" srcId="{0B93B847-114B-4C1F-B43E-B26EE11CD30B}" destId="{995352A3-91A2-4BF6-9C64-740B2B9980BD}" srcOrd="3" destOrd="0" parTransId="{4C8DCEBF-8F47-4180-9648-065DF238A469}" sibTransId="{410C9B49-18D7-4385-9230-5CF22BB09521}"/>
    <dgm:cxn modelId="{1329FD3D-319E-4CA8-9571-40EF2739DCEE}" type="presOf" srcId="{6ED66F87-5DF7-467D-A3A7-5FCE5A1A8F45}" destId="{2C1F6204-4CB5-459B-BE57-D71B9507BED1}" srcOrd="0" destOrd="0" presId="urn:microsoft.com/office/officeart/2005/8/layout/default"/>
    <dgm:cxn modelId="{7E6E2B65-9B4C-429C-A8D4-D77129F50ECB}" type="presOf" srcId="{B9B7745E-D884-4DC4-9D33-39310846CBEE}" destId="{E873707C-12E3-4F2E-B25F-F302CCA4430B}" srcOrd="0" destOrd="0" presId="urn:microsoft.com/office/officeart/2005/8/layout/default"/>
    <dgm:cxn modelId="{A84D7753-F6AC-48F4-B792-3ABBCBBE2C0E}" type="presOf" srcId="{CA4023C5-A33A-4441-AFA0-0496D7D683AB}" destId="{03C4C252-73E5-4B88-9EEB-0D1F90645164}" srcOrd="0" destOrd="0" presId="urn:microsoft.com/office/officeart/2005/8/layout/default"/>
    <dgm:cxn modelId="{98794876-C7B0-46A1-AE41-F3F965312C67}" srcId="{0B93B847-114B-4C1F-B43E-B26EE11CD30B}" destId="{CA4023C5-A33A-4441-AFA0-0496D7D683AB}" srcOrd="4" destOrd="0" parTransId="{8DB566C5-9551-4F90-BB39-CC2DCDD70460}" sibTransId="{604EC2B1-9565-472A-BCBC-DF5D1FE89166}"/>
    <dgm:cxn modelId="{C5F7A7A0-077B-4995-B519-8B3B2C4A5C70}" srcId="{0B93B847-114B-4C1F-B43E-B26EE11CD30B}" destId="{D71E4EDF-586F-4AA6-B4A7-C44707DF3F9E}" srcOrd="0" destOrd="0" parTransId="{8BF05B25-B7C6-4F54-8615-AFC5F56AB671}" sibTransId="{A9AE1B51-0549-427E-9379-4793F121B444}"/>
    <dgm:cxn modelId="{7D3460AA-9FA0-4DEF-87A1-5DDD5BA434C7}" type="presOf" srcId="{D71E4EDF-586F-4AA6-B4A7-C44707DF3F9E}" destId="{438C70AE-7C9D-4773-A0F0-26AF9263ED5F}" srcOrd="0" destOrd="0" presId="urn:microsoft.com/office/officeart/2005/8/layout/default"/>
    <dgm:cxn modelId="{85B4D7B5-8FE3-4A64-B0CF-C9705C46266B}" type="presOf" srcId="{8EFD59A7-73C6-4278-A2A2-6D3FEA722353}" destId="{E41AA40C-1B23-4519-8DEA-72EC6F643BDA}" srcOrd="0" destOrd="0" presId="urn:microsoft.com/office/officeart/2005/8/layout/default"/>
    <dgm:cxn modelId="{701BCABB-3C7E-4026-8404-4B8ED34AE4D9}" srcId="{0B93B847-114B-4C1F-B43E-B26EE11CD30B}" destId="{8EFD59A7-73C6-4278-A2A2-6D3FEA722353}" srcOrd="6" destOrd="0" parTransId="{04A3685E-3AFD-4AB6-AE22-014E72963E89}" sibTransId="{C5A808C8-E5A0-482A-BB9B-472D42CA8062}"/>
    <dgm:cxn modelId="{17B156CA-52F6-4D86-9B8E-71B2E1239F40}" type="presOf" srcId="{995352A3-91A2-4BF6-9C64-740B2B9980BD}" destId="{CC273BCF-28FC-4F6F-994F-81015CC6C8BF}" srcOrd="0" destOrd="0" presId="urn:microsoft.com/office/officeart/2005/8/layout/default"/>
    <dgm:cxn modelId="{6D65B4E7-5A78-4B78-A2A0-BA2A24E568F4}" srcId="{0B93B847-114B-4C1F-B43E-B26EE11CD30B}" destId="{B9B7745E-D884-4DC4-9D33-39310846CBEE}" srcOrd="1" destOrd="0" parTransId="{BB749E8B-C918-4556-857C-A00F9FFB2868}" sibTransId="{E1AD7071-4322-4730-92EF-447E042B9527}"/>
    <dgm:cxn modelId="{22C637F2-F548-407D-8900-0D36C96745CD}" srcId="{0B93B847-114B-4C1F-B43E-B26EE11CD30B}" destId="{6ED66F87-5DF7-467D-A3A7-5FCE5A1A8F45}" srcOrd="5" destOrd="0" parTransId="{8EF11EAE-10DE-42E2-8A04-CD791444A621}" sibTransId="{EFABF7B2-F06F-482B-AD6D-7E542B5DB9A4}"/>
    <dgm:cxn modelId="{4A5F9EFE-030E-4A63-BF43-7B8EE741F3CF}" type="presOf" srcId="{E345872C-B14A-4134-B3EF-B280DE85DCB3}" destId="{C1E7321E-C86E-4A82-8EF2-E9D4D01333E1}" srcOrd="0" destOrd="0" presId="urn:microsoft.com/office/officeart/2005/8/layout/default"/>
    <dgm:cxn modelId="{E0EA2953-3D75-4888-BCE6-8B1FD3881262}" type="presParOf" srcId="{4125BE2D-9DA7-4CCD-830B-2F8D75773C65}" destId="{438C70AE-7C9D-4773-A0F0-26AF9263ED5F}" srcOrd="0" destOrd="0" presId="urn:microsoft.com/office/officeart/2005/8/layout/default"/>
    <dgm:cxn modelId="{84653687-9485-4CFC-8267-ADCC199BF214}" type="presParOf" srcId="{4125BE2D-9DA7-4CCD-830B-2F8D75773C65}" destId="{43AB7C1C-CDB5-4983-8BE5-D51497E0F856}" srcOrd="1" destOrd="0" presId="urn:microsoft.com/office/officeart/2005/8/layout/default"/>
    <dgm:cxn modelId="{F3EFD608-8A09-4365-BD77-FC4511FB4ADB}" type="presParOf" srcId="{4125BE2D-9DA7-4CCD-830B-2F8D75773C65}" destId="{E873707C-12E3-4F2E-B25F-F302CCA4430B}" srcOrd="2" destOrd="0" presId="urn:microsoft.com/office/officeart/2005/8/layout/default"/>
    <dgm:cxn modelId="{C6F904D1-AE71-4055-BC75-BEB584E87E71}" type="presParOf" srcId="{4125BE2D-9DA7-4CCD-830B-2F8D75773C65}" destId="{85395BD6-350E-4744-AE88-1B6BD4395D34}" srcOrd="3" destOrd="0" presId="urn:microsoft.com/office/officeart/2005/8/layout/default"/>
    <dgm:cxn modelId="{B1A46A10-9338-4274-8E08-21D3679436E5}" type="presParOf" srcId="{4125BE2D-9DA7-4CCD-830B-2F8D75773C65}" destId="{C1E7321E-C86E-4A82-8EF2-E9D4D01333E1}" srcOrd="4" destOrd="0" presId="urn:microsoft.com/office/officeart/2005/8/layout/default"/>
    <dgm:cxn modelId="{04C152A1-5B48-4754-BC63-87A5769D9A0F}" type="presParOf" srcId="{4125BE2D-9DA7-4CCD-830B-2F8D75773C65}" destId="{DB9772D2-80AC-4A7C-87F6-2C45348A409E}" srcOrd="5" destOrd="0" presId="urn:microsoft.com/office/officeart/2005/8/layout/default"/>
    <dgm:cxn modelId="{752A999E-BE03-4181-8911-1AEB80B38D52}" type="presParOf" srcId="{4125BE2D-9DA7-4CCD-830B-2F8D75773C65}" destId="{CC273BCF-28FC-4F6F-994F-81015CC6C8BF}" srcOrd="6" destOrd="0" presId="urn:microsoft.com/office/officeart/2005/8/layout/default"/>
    <dgm:cxn modelId="{221FDAC0-DF7C-4063-99E8-EABE38966E7A}" type="presParOf" srcId="{4125BE2D-9DA7-4CCD-830B-2F8D75773C65}" destId="{D76076C7-D478-4A42-978F-E701065AAB44}" srcOrd="7" destOrd="0" presId="urn:microsoft.com/office/officeart/2005/8/layout/default"/>
    <dgm:cxn modelId="{C193DA2C-6BD0-425F-A657-3F9B95F1E673}" type="presParOf" srcId="{4125BE2D-9DA7-4CCD-830B-2F8D75773C65}" destId="{03C4C252-73E5-4B88-9EEB-0D1F90645164}" srcOrd="8" destOrd="0" presId="urn:microsoft.com/office/officeart/2005/8/layout/default"/>
    <dgm:cxn modelId="{04DE52A1-8AA0-4E6E-AC31-1E86B15853C8}" type="presParOf" srcId="{4125BE2D-9DA7-4CCD-830B-2F8D75773C65}" destId="{79A3C674-16E5-404F-9F5E-2059776ECC68}" srcOrd="9" destOrd="0" presId="urn:microsoft.com/office/officeart/2005/8/layout/default"/>
    <dgm:cxn modelId="{9F3BA63A-94C5-4E21-9AAB-D6F20AEBCE7C}" type="presParOf" srcId="{4125BE2D-9DA7-4CCD-830B-2F8D75773C65}" destId="{2C1F6204-4CB5-459B-BE57-D71B9507BED1}" srcOrd="10" destOrd="0" presId="urn:microsoft.com/office/officeart/2005/8/layout/default"/>
    <dgm:cxn modelId="{F32EEF55-4089-4C5E-9E4A-B42B48A458C4}" type="presParOf" srcId="{4125BE2D-9DA7-4CCD-830B-2F8D75773C65}" destId="{224EBD49-52FC-4A77-9C46-5C19DB22EFE4}" srcOrd="11" destOrd="0" presId="urn:microsoft.com/office/officeart/2005/8/layout/default"/>
    <dgm:cxn modelId="{411E171D-D134-47E9-B580-905122F450DA}" type="presParOf" srcId="{4125BE2D-9DA7-4CCD-830B-2F8D75773C65}" destId="{E41AA40C-1B23-4519-8DEA-72EC6F643BD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17FEE-E5B0-43CC-8223-C84D58105D85}">
      <dsp:nvSpPr>
        <dsp:cNvPr id="0" name=""/>
        <dsp:cNvSpPr/>
      </dsp:nvSpPr>
      <dsp:spPr>
        <a:xfrm>
          <a:off x="6315" y="64663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• Développer un dashboard administratif complet</a:t>
          </a:r>
          <a:endParaRPr lang="en-US" sz="1500" kern="1200"/>
        </a:p>
      </dsp:txBody>
      <dsp:txXfrm>
        <a:off x="6315" y="1594272"/>
        <a:ext cx="1974242" cy="1421454"/>
      </dsp:txXfrm>
    </dsp:sp>
    <dsp:sp modelId="{3C4369FC-1D74-4852-A53B-208994E5D583}">
      <dsp:nvSpPr>
        <dsp:cNvPr id="0" name=""/>
        <dsp:cNvSpPr/>
      </dsp:nvSpPr>
      <dsp:spPr>
        <a:xfrm>
          <a:off x="6315" y="64663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01</a:t>
          </a:r>
        </a:p>
      </dsp:txBody>
      <dsp:txXfrm>
        <a:off x="6315" y="646636"/>
        <a:ext cx="1974242" cy="947636"/>
      </dsp:txXfrm>
    </dsp:sp>
    <dsp:sp modelId="{4D730864-7950-4BB7-9DF4-F0CB55ED4F6E}">
      <dsp:nvSpPr>
        <dsp:cNvPr id="0" name=""/>
        <dsp:cNvSpPr/>
      </dsp:nvSpPr>
      <dsp:spPr>
        <a:xfrm>
          <a:off x="2138497" y="64663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• Gérer 5 entités principales (CRUD complet)</a:t>
          </a:r>
          <a:endParaRPr lang="en-US" sz="1500" kern="1200"/>
        </a:p>
      </dsp:txBody>
      <dsp:txXfrm>
        <a:off x="2138497" y="1594272"/>
        <a:ext cx="1974242" cy="1421454"/>
      </dsp:txXfrm>
    </dsp:sp>
    <dsp:sp modelId="{9D81B1EC-8007-4BF3-8442-4749DD9B1847}">
      <dsp:nvSpPr>
        <dsp:cNvPr id="0" name=""/>
        <dsp:cNvSpPr/>
      </dsp:nvSpPr>
      <dsp:spPr>
        <a:xfrm>
          <a:off x="2138497" y="64663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02</a:t>
          </a:r>
        </a:p>
      </dsp:txBody>
      <dsp:txXfrm>
        <a:off x="2138497" y="646636"/>
        <a:ext cx="1974242" cy="947636"/>
      </dsp:txXfrm>
    </dsp:sp>
    <dsp:sp modelId="{589299EC-0677-4354-A519-BF77CD7D8824}">
      <dsp:nvSpPr>
        <dsp:cNvPr id="0" name=""/>
        <dsp:cNvSpPr/>
      </dsp:nvSpPr>
      <dsp:spPr>
        <a:xfrm>
          <a:off x="4270678" y="64663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• Visualisation en temps réel des données</a:t>
          </a:r>
          <a:endParaRPr lang="en-US" sz="1500" kern="1200"/>
        </a:p>
      </dsp:txBody>
      <dsp:txXfrm>
        <a:off x="4270678" y="1594272"/>
        <a:ext cx="1974242" cy="1421454"/>
      </dsp:txXfrm>
    </dsp:sp>
    <dsp:sp modelId="{B8B84E9D-3CD5-4DA8-B915-C782660355EB}">
      <dsp:nvSpPr>
        <dsp:cNvPr id="0" name=""/>
        <dsp:cNvSpPr/>
      </dsp:nvSpPr>
      <dsp:spPr>
        <a:xfrm>
          <a:off x="4270678" y="64663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03</a:t>
          </a:r>
        </a:p>
      </dsp:txBody>
      <dsp:txXfrm>
        <a:off x="4270678" y="646636"/>
        <a:ext cx="1974242" cy="947636"/>
      </dsp:txXfrm>
    </dsp:sp>
    <dsp:sp modelId="{EBF47205-0454-4883-B73D-24351DBF174B}">
      <dsp:nvSpPr>
        <dsp:cNvPr id="0" name=""/>
        <dsp:cNvSpPr/>
      </dsp:nvSpPr>
      <dsp:spPr>
        <a:xfrm>
          <a:off x="6402860" y="64663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• Interface utilisateur moderne et intuitive</a:t>
          </a:r>
          <a:endParaRPr lang="en-US" sz="1500" kern="1200"/>
        </a:p>
      </dsp:txBody>
      <dsp:txXfrm>
        <a:off x="6402860" y="1594272"/>
        <a:ext cx="1974242" cy="1421454"/>
      </dsp:txXfrm>
    </dsp:sp>
    <dsp:sp modelId="{8944B5BB-BD48-4D37-A889-FF88030F3F64}">
      <dsp:nvSpPr>
        <dsp:cNvPr id="0" name=""/>
        <dsp:cNvSpPr/>
      </dsp:nvSpPr>
      <dsp:spPr>
        <a:xfrm>
          <a:off x="6402860" y="64663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04</a:t>
          </a:r>
        </a:p>
      </dsp:txBody>
      <dsp:txXfrm>
        <a:off x="6402860" y="646636"/>
        <a:ext cx="1974242" cy="947636"/>
      </dsp:txXfrm>
    </dsp:sp>
    <dsp:sp modelId="{B904F256-0975-415E-BF14-EC9107C890A0}">
      <dsp:nvSpPr>
        <dsp:cNvPr id="0" name=""/>
        <dsp:cNvSpPr/>
      </dsp:nvSpPr>
      <dsp:spPr>
        <a:xfrm>
          <a:off x="8535042" y="646636"/>
          <a:ext cx="1974242" cy="2369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• Système d'authentification sécurisé</a:t>
          </a:r>
          <a:endParaRPr lang="en-US" sz="1500" kern="1200"/>
        </a:p>
      </dsp:txBody>
      <dsp:txXfrm>
        <a:off x="8535042" y="1594272"/>
        <a:ext cx="1974242" cy="1421454"/>
      </dsp:txXfrm>
    </dsp:sp>
    <dsp:sp modelId="{9C31D146-4910-496D-A58B-1878E4AAC91A}">
      <dsp:nvSpPr>
        <dsp:cNvPr id="0" name=""/>
        <dsp:cNvSpPr/>
      </dsp:nvSpPr>
      <dsp:spPr>
        <a:xfrm>
          <a:off x="8535042" y="646636"/>
          <a:ext cx="1974242" cy="94763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05</a:t>
          </a:r>
        </a:p>
      </dsp:txBody>
      <dsp:txXfrm>
        <a:off x="8535042" y="646636"/>
        <a:ext cx="1974242" cy="9476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89C6C-0420-4009-8C4F-FC9172385B11}">
      <dsp:nvSpPr>
        <dsp:cNvPr id="0" name=""/>
        <dsp:cNvSpPr/>
      </dsp:nvSpPr>
      <dsp:spPr>
        <a:xfrm>
          <a:off x="3080" y="10167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68963-3CB3-4440-BEA6-8D89CB6A1AB1}">
      <dsp:nvSpPr>
        <dsp:cNvPr id="0" name=""/>
        <dsp:cNvSpPr/>
      </dsp:nvSpPr>
      <dsp:spPr>
        <a:xfrm>
          <a:off x="247486" y="12488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• HTML5, CSS3, JavaScript Vanilla</a:t>
          </a:r>
          <a:endParaRPr lang="en-US" sz="2100" kern="1200"/>
        </a:p>
      </dsp:txBody>
      <dsp:txXfrm>
        <a:off x="288396" y="1289795"/>
        <a:ext cx="2117829" cy="1314957"/>
      </dsp:txXfrm>
    </dsp:sp>
    <dsp:sp modelId="{B2B98874-F890-4A7A-8167-398A3D8BCE46}">
      <dsp:nvSpPr>
        <dsp:cNvPr id="0" name=""/>
        <dsp:cNvSpPr/>
      </dsp:nvSpPr>
      <dsp:spPr>
        <a:xfrm>
          <a:off x="2691541" y="10167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181FE-D862-48EA-A3EF-BFB353E90E49}">
      <dsp:nvSpPr>
        <dsp:cNvPr id="0" name=""/>
        <dsp:cNvSpPr/>
      </dsp:nvSpPr>
      <dsp:spPr>
        <a:xfrm>
          <a:off x="2935947" y="12488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• Chart.js pour les visualisations</a:t>
          </a:r>
          <a:endParaRPr lang="en-US" sz="2100" kern="1200"/>
        </a:p>
      </dsp:txBody>
      <dsp:txXfrm>
        <a:off x="2976857" y="1289795"/>
        <a:ext cx="2117829" cy="1314957"/>
      </dsp:txXfrm>
    </dsp:sp>
    <dsp:sp modelId="{4281183F-281A-46F7-96E0-40D30BFB3025}">
      <dsp:nvSpPr>
        <dsp:cNvPr id="0" name=""/>
        <dsp:cNvSpPr/>
      </dsp:nvSpPr>
      <dsp:spPr>
        <a:xfrm>
          <a:off x="5380002" y="10167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CA18C-FAFA-44A8-BA1B-1037F74BC6B0}">
      <dsp:nvSpPr>
        <dsp:cNvPr id="0" name=""/>
        <dsp:cNvSpPr/>
      </dsp:nvSpPr>
      <dsp:spPr>
        <a:xfrm>
          <a:off x="5624408" y="12488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• Font Awesome pour les icônes</a:t>
          </a:r>
          <a:endParaRPr lang="en-US" sz="2100" kern="1200"/>
        </a:p>
      </dsp:txBody>
      <dsp:txXfrm>
        <a:off x="5665318" y="1289795"/>
        <a:ext cx="2117829" cy="1314957"/>
      </dsp:txXfrm>
    </dsp:sp>
    <dsp:sp modelId="{FB466115-4C7C-461D-92DB-CD9A611B475D}">
      <dsp:nvSpPr>
        <dsp:cNvPr id="0" name=""/>
        <dsp:cNvSpPr/>
      </dsp:nvSpPr>
      <dsp:spPr>
        <a:xfrm>
          <a:off x="8068463" y="10167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26540-71BA-4F12-BFCE-66EF3F37C07A}">
      <dsp:nvSpPr>
        <dsp:cNvPr id="0" name=""/>
        <dsp:cNvSpPr/>
      </dsp:nvSpPr>
      <dsp:spPr>
        <a:xfrm>
          <a:off x="8312869" y="12488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• LocalStorage pour la persistance</a:t>
          </a:r>
          <a:endParaRPr lang="en-US" sz="2100" kern="1200"/>
        </a:p>
      </dsp:txBody>
      <dsp:txXfrm>
        <a:off x="8353779" y="1289795"/>
        <a:ext cx="2117829" cy="1314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19ED6-52A9-4D99-AE26-E4A0347C1EFB}">
      <dsp:nvSpPr>
        <dsp:cNvPr id="0" name=""/>
        <dsp:cNvSpPr/>
      </dsp:nvSpPr>
      <dsp:spPr>
        <a:xfrm>
          <a:off x="212335" y="183965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567C2-2F7F-44CC-AABC-159F5F3A2EE6}">
      <dsp:nvSpPr>
        <dsp:cNvPr id="0" name=""/>
        <dsp:cNvSpPr/>
      </dsp:nvSpPr>
      <dsp:spPr>
        <a:xfrm>
          <a:off x="492877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36630-B987-4DE8-A35E-9E44B3909604}">
      <dsp:nvSpPr>
        <dsp:cNvPr id="0" name=""/>
        <dsp:cNvSpPr/>
      </dsp:nvSpPr>
      <dsp:spPr>
        <a:xfrm>
          <a:off x="1834517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Architecture modulaire</a:t>
          </a:r>
          <a:endParaRPr lang="en-US" sz="2400" kern="1200"/>
        </a:p>
      </dsp:txBody>
      <dsp:txXfrm>
        <a:off x="1834517" y="183965"/>
        <a:ext cx="3148942" cy="1335915"/>
      </dsp:txXfrm>
    </dsp:sp>
    <dsp:sp modelId="{AC2D884E-015A-4AE5-8326-C5C3A83D794F}">
      <dsp:nvSpPr>
        <dsp:cNvPr id="0" name=""/>
        <dsp:cNvSpPr/>
      </dsp:nvSpPr>
      <dsp:spPr>
        <a:xfrm>
          <a:off x="5532139" y="183965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854ED-FBF3-49BF-B8DB-A343B1E3696E}">
      <dsp:nvSpPr>
        <dsp:cNvPr id="0" name=""/>
        <dsp:cNvSpPr/>
      </dsp:nvSpPr>
      <dsp:spPr>
        <a:xfrm>
          <a:off x="5812681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EB480-6B98-4EA1-A646-3F0BF5D816EF}">
      <dsp:nvSpPr>
        <dsp:cNvPr id="0" name=""/>
        <dsp:cNvSpPr/>
      </dsp:nvSpPr>
      <dsp:spPr>
        <a:xfrm>
          <a:off x="7154322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Séparation des responsabilités</a:t>
          </a:r>
          <a:endParaRPr lang="en-US" sz="2400" kern="1200"/>
        </a:p>
      </dsp:txBody>
      <dsp:txXfrm>
        <a:off x="7154322" y="183965"/>
        <a:ext cx="3148942" cy="1335915"/>
      </dsp:txXfrm>
    </dsp:sp>
    <dsp:sp modelId="{9F1A7D5B-3AA9-4A58-80DC-85FD41B3D03B}">
      <dsp:nvSpPr>
        <dsp:cNvPr id="0" name=""/>
        <dsp:cNvSpPr/>
      </dsp:nvSpPr>
      <dsp:spPr>
        <a:xfrm>
          <a:off x="212335" y="214248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E955B-4129-4507-9C0A-E3036FB07A94}">
      <dsp:nvSpPr>
        <dsp:cNvPr id="0" name=""/>
        <dsp:cNvSpPr/>
      </dsp:nvSpPr>
      <dsp:spPr>
        <a:xfrm>
          <a:off x="492877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EC4DF-9940-42DF-990F-BA12CF092DD3}">
      <dsp:nvSpPr>
        <dsp:cNvPr id="0" name=""/>
        <dsp:cNvSpPr/>
      </dsp:nvSpPr>
      <dsp:spPr>
        <a:xfrm>
          <a:off x="1834517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Design responsive</a:t>
          </a:r>
          <a:endParaRPr lang="en-US" sz="2400" kern="1200"/>
        </a:p>
      </dsp:txBody>
      <dsp:txXfrm>
        <a:off x="1834517" y="2142482"/>
        <a:ext cx="3148942" cy="1335915"/>
      </dsp:txXfrm>
    </dsp:sp>
    <dsp:sp modelId="{CD209659-6861-4073-9F4A-D9090E3C579C}">
      <dsp:nvSpPr>
        <dsp:cNvPr id="0" name=""/>
        <dsp:cNvSpPr/>
      </dsp:nvSpPr>
      <dsp:spPr>
        <a:xfrm>
          <a:off x="5532139" y="214248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33C5A-87DC-4BB2-8AE6-7E816ECBD703}">
      <dsp:nvSpPr>
        <dsp:cNvPr id="0" name=""/>
        <dsp:cNvSpPr/>
      </dsp:nvSpPr>
      <dsp:spPr>
        <a:xfrm>
          <a:off x="5812681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37140-D91B-44F6-8C80-F0F6A886A623}">
      <dsp:nvSpPr>
        <dsp:cNvPr id="0" name=""/>
        <dsp:cNvSpPr/>
      </dsp:nvSpPr>
      <dsp:spPr>
        <a:xfrm>
          <a:off x="7154322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• Sans frameworks externes</a:t>
          </a:r>
          <a:endParaRPr lang="en-US" sz="2400" kern="1200"/>
        </a:p>
      </dsp:txBody>
      <dsp:txXfrm>
        <a:off x="7154322" y="2142482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C70AE-7C9D-4773-A0F0-26AF9263ED5F}">
      <dsp:nvSpPr>
        <dsp:cNvPr id="0" name=""/>
        <dsp:cNvSpPr/>
      </dsp:nvSpPr>
      <dsp:spPr>
        <a:xfrm>
          <a:off x="3080" y="242545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Interface intuitive et moderne</a:t>
          </a:r>
          <a:endParaRPr lang="en-US" sz="2600" kern="1200"/>
        </a:p>
      </dsp:txBody>
      <dsp:txXfrm>
        <a:off x="3080" y="242545"/>
        <a:ext cx="2444055" cy="1466433"/>
      </dsp:txXfrm>
    </dsp:sp>
    <dsp:sp modelId="{E873707C-12E3-4F2E-B25F-F302CCA4430B}">
      <dsp:nvSpPr>
        <dsp:cNvPr id="0" name=""/>
        <dsp:cNvSpPr/>
      </dsp:nvSpPr>
      <dsp:spPr>
        <a:xfrm>
          <a:off x="2691541" y="242545"/>
          <a:ext cx="2444055" cy="1466433"/>
        </a:xfrm>
        <a:prstGeom prst="rect">
          <a:avLst/>
        </a:prstGeom>
        <a:solidFill>
          <a:schemeClr val="accent5">
            <a:hueOff val="2564361"/>
            <a:satOff val="1109"/>
            <a:lumOff val="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Performance optimale</a:t>
          </a:r>
          <a:endParaRPr lang="en-US" sz="2600" kern="1200"/>
        </a:p>
      </dsp:txBody>
      <dsp:txXfrm>
        <a:off x="2691541" y="242545"/>
        <a:ext cx="2444055" cy="1466433"/>
      </dsp:txXfrm>
    </dsp:sp>
    <dsp:sp modelId="{C1E7321E-C86E-4A82-8EF2-E9D4D01333E1}">
      <dsp:nvSpPr>
        <dsp:cNvPr id="0" name=""/>
        <dsp:cNvSpPr/>
      </dsp:nvSpPr>
      <dsp:spPr>
        <a:xfrm>
          <a:off x="5380002" y="242545"/>
          <a:ext cx="2444055" cy="1466433"/>
        </a:xfrm>
        <a:prstGeom prst="rect">
          <a:avLst/>
        </a:prstGeom>
        <a:solidFill>
          <a:schemeClr val="accent5">
            <a:hueOff val="5128723"/>
            <a:satOff val="2218"/>
            <a:lumOff val="15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Maintenance facile</a:t>
          </a:r>
          <a:endParaRPr lang="en-US" sz="2600" kern="1200"/>
        </a:p>
      </dsp:txBody>
      <dsp:txXfrm>
        <a:off x="5380002" y="242545"/>
        <a:ext cx="2444055" cy="1466433"/>
      </dsp:txXfrm>
    </dsp:sp>
    <dsp:sp modelId="{CC273BCF-28FC-4F6F-994F-81015CC6C8BF}">
      <dsp:nvSpPr>
        <dsp:cNvPr id="0" name=""/>
        <dsp:cNvSpPr/>
      </dsp:nvSpPr>
      <dsp:spPr>
        <a:xfrm>
          <a:off x="8068463" y="242545"/>
          <a:ext cx="2444055" cy="1466433"/>
        </a:xfrm>
        <a:prstGeom prst="rect">
          <a:avLst/>
        </a:prstGeom>
        <a:solidFill>
          <a:schemeClr val="accent5">
            <a:hueOff val="7693084"/>
            <a:satOff val="3327"/>
            <a:lumOff val="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Extensible et modulaire</a:t>
          </a:r>
          <a:endParaRPr lang="en-US" sz="2600" kern="1200"/>
        </a:p>
      </dsp:txBody>
      <dsp:txXfrm>
        <a:off x="8068463" y="242545"/>
        <a:ext cx="2444055" cy="1466433"/>
      </dsp:txXfrm>
    </dsp:sp>
    <dsp:sp modelId="{03C4C252-73E5-4B88-9EEB-0D1F90645164}">
      <dsp:nvSpPr>
        <dsp:cNvPr id="0" name=""/>
        <dsp:cNvSpPr/>
      </dsp:nvSpPr>
      <dsp:spPr>
        <a:xfrm>
          <a:off x="1347311" y="1953384"/>
          <a:ext cx="2444055" cy="1466433"/>
        </a:xfrm>
        <a:prstGeom prst="rect">
          <a:avLst/>
        </a:prstGeom>
        <a:solidFill>
          <a:schemeClr val="accent5">
            <a:hueOff val="10257446"/>
            <a:satOff val="4436"/>
            <a:lumOff val="30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Sans dépendances externes</a:t>
          </a:r>
          <a:endParaRPr lang="en-US" sz="2600" kern="1200"/>
        </a:p>
      </dsp:txBody>
      <dsp:txXfrm>
        <a:off x="1347311" y="1953384"/>
        <a:ext cx="2444055" cy="1466433"/>
      </dsp:txXfrm>
    </dsp:sp>
    <dsp:sp modelId="{2C1F6204-4CB5-459B-BE57-D71B9507BED1}">
      <dsp:nvSpPr>
        <dsp:cNvPr id="0" name=""/>
        <dsp:cNvSpPr/>
      </dsp:nvSpPr>
      <dsp:spPr>
        <a:xfrm>
          <a:off x="4035772" y="1953384"/>
          <a:ext cx="2444055" cy="1466433"/>
        </a:xfrm>
        <a:prstGeom prst="rect">
          <a:avLst/>
        </a:prstGeom>
        <a:solidFill>
          <a:schemeClr val="accent5">
            <a:hueOff val="12821806"/>
            <a:satOff val="5545"/>
            <a:lumOff val="37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Code propre et bien documenté</a:t>
          </a:r>
          <a:endParaRPr lang="en-US" sz="2600" kern="1200"/>
        </a:p>
      </dsp:txBody>
      <dsp:txXfrm>
        <a:off x="4035772" y="1953384"/>
        <a:ext cx="2444055" cy="1466433"/>
      </dsp:txXfrm>
    </dsp:sp>
    <dsp:sp modelId="{E41AA40C-1B23-4519-8DEA-72EC6F643BDA}">
      <dsp:nvSpPr>
        <dsp:cNvPr id="0" name=""/>
        <dsp:cNvSpPr/>
      </dsp:nvSpPr>
      <dsp:spPr>
        <a:xfrm>
          <a:off x="6724233" y="1953384"/>
          <a:ext cx="2444055" cy="1466433"/>
        </a:xfrm>
        <a:prstGeom prst="rect">
          <a:avLst/>
        </a:prstGeom>
        <a:solidFill>
          <a:schemeClr val="accent5">
            <a:hueOff val="15386168"/>
            <a:satOff val="6654"/>
            <a:lumOff val="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✓ Sécurité renforcée</a:t>
          </a:r>
          <a:endParaRPr lang="en-US" sz="2600" kern="1200"/>
        </a:p>
      </dsp:txBody>
      <dsp:txXfrm>
        <a:off x="6724233" y="1953384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5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5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7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32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5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9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6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7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3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8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991FCB-5132-414C-B377-526F56121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0F649-ED45-696D-5B2E-ED883CC73B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744" b="1913"/>
          <a:stretch>
            <a:fillRect/>
          </a:stretch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E737432-73B7-4BCE-A154-A4B1B3E7E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1637612"/>
            <a:ext cx="6096002" cy="35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CD113-C7F6-C793-F176-476F1FBD2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695" y="1828800"/>
            <a:ext cx="5180106" cy="2057400"/>
          </a:xfrm>
        </p:spPr>
        <p:txBody>
          <a:bodyPr anchor="b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DASHBOARD 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FB5BE-9020-9069-5DA8-CA1EB81AE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695" y="4038601"/>
            <a:ext cx="5180106" cy="990599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fr-FR" sz="1600">
                <a:solidFill>
                  <a:srgbClr val="FFFFFF"/>
                </a:solidFill>
              </a:rPr>
              <a:t>Présenter par : Anas Erchicha ,Rayan Ettahiri ,Adnan Elhatab</a:t>
            </a:r>
          </a:p>
          <a:p>
            <a:pPr algn="l">
              <a:lnSpc>
                <a:spcPct val="100000"/>
              </a:lnSpc>
            </a:pPr>
            <a:r>
              <a:rPr lang="fr-FR" sz="1600">
                <a:solidFill>
                  <a:srgbClr val="FFFFFF"/>
                </a:solidFill>
              </a:rPr>
              <a:t>Encadrer par: Houda moutalib</a:t>
            </a:r>
          </a:p>
          <a:p>
            <a:pPr algn="l">
              <a:lnSpc>
                <a:spcPct val="100000"/>
              </a:lnSpc>
            </a:pPr>
            <a:endParaRPr lang="fr-FR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34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77C1AE-3AC4-3CB4-96DF-54D0BF51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OBJECTIF DU PROJET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D46282-C3B2-9AFD-C0C4-85683811C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811712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9608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86D90C5-2A15-A65D-BBA3-F9D7A260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TECHNOLOGIES UTILISÉES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B48A15-647C-B6F4-551C-09DDFD3CC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399148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04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A1F5A-F3A8-40DA-ADE6-E0B4D99C8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95800" y="0"/>
            <a:ext cx="7693152" cy="6858000"/>
            <a:chOff x="4495800" y="0"/>
            <a:chExt cx="7693152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DDD0C04-CED1-41AA-B09D-56D69AC96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26FC46-8960-4F28-92D0-94C9F69A1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43054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43576C-8503-E296-B7AB-6DED40A6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Structure 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A3215-F77D-2951-FD63-5EE6603A6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258595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61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1460B5-E687-71EE-448A-79ADCD63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ENTITÉS DU SYSTÈME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C33D1-7A06-EC24-90D1-EBF7E6458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1548245"/>
            <a:ext cx="5630743" cy="4641417"/>
          </a:xfrm>
        </p:spPr>
        <p:txBody>
          <a:bodyPr>
            <a:normAutofit fontScale="40000" lnSpcReduction="20000"/>
          </a:bodyPr>
          <a:lstStyle/>
          <a:p>
            <a:r>
              <a:rPr lang="fr-FR" sz="3700" b="1" dirty="0"/>
              <a:t>1. UTILISATEURS</a:t>
            </a:r>
          </a:p>
          <a:p>
            <a:r>
              <a:rPr lang="fr-FR" sz="3700" b="1" dirty="0"/>
              <a:t>   - Gestion des comptes administrateurs</a:t>
            </a:r>
          </a:p>
          <a:p>
            <a:r>
              <a:rPr lang="fr-FR" sz="3700" b="1" dirty="0"/>
              <a:t>   - Rôles et permissions</a:t>
            </a:r>
          </a:p>
          <a:p>
            <a:r>
              <a:rPr lang="fr-FR" sz="3700" b="1" dirty="0"/>
              <a:t>   - Suivi d'activité</a:t>
            </a:r>
          </a:p>
          <a:p>
            <a:endParaRPr lang="fr-FR" sz="3700" b="1" dirty="0"/>
          </a:p>
          <a:p>
            <a:r>
              <a:rPr lang="fr-FR" sz="3700" b="1" dirty="0"/>
              <a:t>2. PRODUITS</a:t>
            </a:r>
          </a:p>
          <a:p>
            <a:r>
              <a:rPr lang="fr-FR" sz="3700" b="1" dirty="0"/>
              <a:t>   - Gestion d'inventaire</a:t>
            </a:r>
          </a:p>
          <a:p>
            <a:r>
              <a:rPr lang="fr-FR" sz="3700" b="1" dirty="0"/>
              <a:t>   - Suivi des stocks</a:t>
            </a:r>
          </a:p>
          <a:p>
            <a:r>
              <a:rPr lang="fr-FR" sz="3700" b="1" dirty="0"/>
              <a:t>   - Catégorisation</a:t>
            </a:r>
          </a:p>
          <a:p>
            <a:endParaRPr lang="fr-FR" sz="3700" b="1" dirty="0"/>
          </a:p>
          <a:p>
            <a:r>
              <a:rPr lang="fr-FR" sz="3700" b="1" dirty="0"/>
              <a:t>3. COMMANDES/SHIPMENTS</a:t>
            </a:r>
          </a:p>
          <a:p>
            <a:r>
              <a:rPr lang="fr-FR" sz="3700" b="1" dirty="0"/>
              <a:t>   - Suivi des expéditions</a:t>
            </a:r>
          </a:p>
          <a:p>
            <a:r>
              <a:rPr lang="fr-FR" sz="3700" b="1" dirty="0"/>
              <a:t>   - Statuts logistiques</a:t>
            </a:r>
          </a:p>
          <a:p>
            <a:r>
              <a:rPr lang="fr-FR" sz="3700" b="1" dirty="0"/>
              <a:t>   - Valorisation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BD537E-E172-B0A6-495C-BE772F6EB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48245"/>
            <a:ext cx="5561106" cy="4641417"/>
          </a:xfrm>
        </p:spPr>
        <p:txBody>
          <a:bodyPr>
            <a:normAutofit fontScale="40000" lnSpcReduction="20000"/>
          </a:bodyPr>
          <a:lstStyle/>
          <a:p>
            <a:r>
              <a:rPr lang="fr-FR" sz="5600" b="1" dirty="0"/>
              <a:t>4. CATÉGORIES</a:t>
            </a:r>
          </a:p>
          <a:p>
            <a:r>
              <a:rPr lang="fr-FR" sz="5600" b="1" dirty="0"/>
              <a:t>   - Organisation des produits</a:t>
            </a:r>
          </a:p>
          <a:p>
            <a:r>
              <a:rPr lang="fr-FR" sz="5600" b="1" dirty="0"/>
              <a:t>   - Hiérarchisation</a:t>
            </a:r>
          </a:p>
          <a:p>
            <a:r>
              <a:rPr lang="fr-FR" sz="5600" b="1" dirty="0"/>
              <a:t>   - Statistiques par catégorie</a:t>
            </a:r>
          </a:p>
          <a:p>
            <a:endParaRPr lang="fr-FR" sz="5600" b="1" dirty="0"/>
          </a:p>
          <a:p>
            <a:r>
              <a:rPr lang="fr-FR" sz="5600" b="1" dirty="0"/>
              <a:t>5. FOURNISSEURS/WAREHOUSES</a:t>
            </a:r>
          </a:p>
          <a:p>
            <a:r>
              <a:rPr lang="fr-FR" sz="5600" b="1" dirty="0"/>
              <a:t>   - Gestion des partenaires</a:t>
            </a:r>
          </a:p>
          <a:p>
            <a:r>
              <a:rPr lang="fr-FR" sz="5600" b="1" dirty="0"/>
              <a:t>   - Localisations globales</a:t>
            </a:r>
          </a:p>
          <a:p>
            <a:r>
              <a:rPr lang="fr-FR" sz="5600" b="1" dirty="0"/>
              <a:t>   - Capacités de stockage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9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01B6B97-F4CE-F76E-9FF9-1AFA6EC2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FONCTIONNALITÉS CLÉS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91842E-E85F-E793-BE4C-661314457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fr-FR" dirty="0"/>
          </a:p>
          <a:p>
            <a:r>
              <a:rPr lang="fr-FR" b="1" i="0" dirty="0"/>
              <a:t>CRUD Complet :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B713951-FD33-6AC2-4C09-4831BB57F8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• Création, Lecture, Mise à jour, Suppression</a:t>
            </a:r>
          </a:p>
          <a:p>
            <a:r>
              <a:rPr lang="fr-FR" dirty="0"/>
              <a:t>• Validation en temps réel</a:t>
            </a:r>
          </a:p>
          <a:p>
            <a:r>
              <a:rPr lang="fr-FR" dirty="0"/>
              <a:t>• Notifications utilisateur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AABAED0-83EB-DD43-AFC9-DD46CAD02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endParaRPr lang="fr-FR" dirty="0"/>
          </a:p>
          <a:p>
            <a:r>
              <a:rPr lang="en-US" b="1" i="0" dirty="0" err="1"/>
              <a:t>Sécurité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C829934-0DF5-B804-1961-43125A29D4B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Authentification robuste</a:t>
            </a:r>
          </a:p>
          <a:p>
            <a:r>
              <a:rPr lang="fr-FR" dirty="0"/>
              <a:t>• Sessions utilisateur</a:t>
            </a:r>
          </a:p>
          <a:p>
            <a:r>
              <a:rPr lang="fr-FR" dirty="0"/>
              <a:t>• Protection des données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52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0403-9B2D-AC20-02B8-02F7C947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SYSTÈME DE VISUALISATION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9D477-3998-F25D-7614-4D53D0AE5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 err="1"/>
              <a:t>Graphiques</a:t>
            </a:r>
            <a:r>
              <a:rPr lang="en-US" b="1" i="0" dirty="0"/>
              <a:t> </a:t>
            </a:r>
            <a:r>
              <a:rPr lang="en-US" b="1" i="0" dirty="0" err="1"/>
              <a:t>Intéractifs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07FE9-6F19-F98A-80DD-340CCF07D8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1. Vue d'ensemble des utilisateurs</a:t>
            </a:r>
          </a:p>
          <a:p>
            <a:r>
              <a:rPr lang="fr-FR" dirty="0"/>
              <a:t>2. Distribution des produits</a:t>
            </a:r>
          </a:p>
          <a:p>
            <a:r>
              <a:rPr lang="fr-FR" dirty="0"/>
              <a:t>3. Statut des expéditions</a:t>
            </a:r>
          </a:p>
          <a:p>
            <a:r>
              <a:rPr lang="fr-FR" dirty="0"/>
              <a:t>4. Aperçu des activités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8E6D7-CD2F-F2F8-B29C-876353BF5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i="0" dirty="0"/>
              <a:t>Mise à jour </a:t>
            </a:r>
            <a:r>
              <a:rPr lang="en-US" b="1" i="0" dirty="0" err="1"/>
              <a:t>Dynamique</a:t>
            </a:r>
            <a:r>
              <a:rPr lang="en-US" b="1" i="0" dirty="0"/>
              <a:t> :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412F7-38DD-CBEE-DCAE-AC238823F5C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Les graphiques s'actualisent automatiquement</a:t>
            </a:r>
          </a:p>
          <a:p>
            <a:r>
              <a:rPr lang="fr-FR" dirty="0"/>
              <a:t>• Impact visible des opérations CRUD</a:t>
            </a:r>
          </a:p>
          <a:p>
            <a:r>
              <a:rPr lang="fr-FR" dirty="0"/>
              <a:t>• Données en temps réel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7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690E-95BD-B0D1-40D1-E934EE87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FONCTIONNALITÉS SUPPLÉMENTAIRES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F1123-3AB7-6EBA-E922-4D1C25288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b="1" i="0" dirty="0"/>
              <a:t>RECHERCHE &amp; EXPORTATION</a:t>
            </a:r>
            <a:endParaRPr lang="en-US" b="1" i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C36C6-FD04-C86F-6133-661A6285F5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• Recherche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endParaRPr lang="en-US" dirty="0"/>
          </a:p>
          <a:p>
            <a:r>
              <a:rPr lang="fr-FR" dirty="0"/>
              <a:t>• Export CSV/JSON</a:t>
            </a:r>
          </a:p>
          <a:p>
            <a:r>
              <a:rPr lang="fr-FR" dirty="0"/>
              <a:t>• Rapports personnalisés</a:t>
            </a:r>
          </a:p>
          <a:p>
            <a:r>
              <a:rPr lang="fr-FR" dirty="0"/>
              <a:t>• Sauvegarde des données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5E1AB-963C-9FB8-1F8B-2AA857468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b="1" i="0" dirty="0"/>
              <a:t>NOTIFICATION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1DEA5-27D1-89F4-F8B8-003A2E2693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• Alertes système</a:t>
            </a:r>
          </a:p>
          <a:p>
            <a:r>
              <a:rPr lang="fr-FR" dirty="0"/>
              <a:t>• Suivi d'activité</a:t>
            </a:r>
          </a:p>
          <a:p>
            <a:r>
              <a:rPr lang="fr-FR" dirty="0"/>
              <a:t>• Historique des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6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B335A1-0110-4D6F-BC0E-DCDCB4320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B05D9A1-5C36-49D4-8D83-8782DE1E1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2C8D16-C3E9-4377-B192-9F3B9A867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2C8C90BD-BD50-A44C-6B80-79B345E64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91" y="381000"/>
            <a:ext cx="10003218" cy="20574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Points Forts</a:t>
            </a:r>
            <a:br>
              <a:rPr lang="en-US" b="1" dirty="0"/>
            </a:br>
            <a:endParaRPr lang="en-US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32D6625B-A92D-D1FF-E3B5-B00B47B7D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809802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5788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D82D56-D377-48D4-8DE9-6A0A8DB5E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-2"/>
            <a:ext cx="2696853" cy="4598233"/>
            <a:chOff x="8059620" y="41922"/>
            <a:chExt cx="3997615" cy="681607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D8CD235-5DAC-4779-B652-AEF90B984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48802B-B281-498F-88C5-E240B7443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1CFF94-2EFB-89C5-664D-47388130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9813"/>
            <a:ext cx="5181599" cy="5612387"/>
          </a:xfrm>
        </p:spPr>
        <p:txBody>
          <a:bodyPr anchor="ctr">
            <a:normAutofit/>
          </a:bodyPr>
          <a:lstStyle/>
          <a:p>
            <a:r>
              <a:rPr lang="en-US" dirty="0"/>
              <a:t>ROADMAP FUTURE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4692-A319-01DC-3D19-2EF9C576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0" y="559813"/>
            <a:ext cx="5180106" cy="561238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endParaRPr lang="fr-FR" sz="1800"/>
          </a:p>
          <a:p>
            <a:pPr>
              <a:lnSpc>
                <a:spcPct val="100000"/>
              </a:lnSpc>
            </a:pPr>
            <a:r>
              <a:rPr lang="fr-FR" sz="1800"/>
              <a:t>À Venir :</a:t>
            </a:r>
          </a:p>
          <a:p>
            <a:pPr>
              <a:lnSpc>
                <a:spcPct val="100000"/>
              </a:lnSpc>
            </a:pPr>
            <a:r>
              <a:rPr lang="fr-FR" sz="1800"/>
              <a:t>• API REST pour backend</a:t>
            </a:r>
          </a:p>
          <a:p>
            <a:pPr>
              <a:lnSpc>
                <a:spcPct val="100000"/>
              </a:lnSpc>
            </a:pPr>
            <a:r>
              <a:rPr lang="fr-FR" sz="1800"/>
              <a:t>• Système de rôles avancé</a:t>
            </a:r>
          </a:p>
          <a:p>
            <a:pPr>
              <a:lnSpc>
                <a:spcPct val="100000"/>
              </a:lnSpc>
            </a:pPr>
            <a:r>
              <a:rPr lang="fr-FR" sz="1800"/>
              <a:t>• Notifications push</a:t>
            </a:r>
          </a:p>
          <a:p>
            <a:pPr>
              <a:lnSpc>
                <a:spcPct val="100000"/>
              </a:lnSpc>
            </a:pPr>
            <a:r>
              <a:rPr lang="fr-FR" sz="1800"/>
              <a:t>• Rapports avancés</a:t>
            </a:r>
          </a:p>
          <a:p>
            <a:pPr>
              <a:lnSpc>
                <a:spcPct val="100000"/>
              </a:lnSpc>
            </a:pPr>
            <a:r>
              <a:rPr lang="fr-FR" sz="1800"/>
              <a:t>• Intégration paiement</a:t>
            </a:r>
          </a:p>
          <a:p>
            <a:pPr>
              <a:lnSpc>
                <a:spcPct val="100000"/>
              </a:lnSpc>
            </a:pPr>
            <a:r>
              <a:rPr lang="fr-FR" sz="1800"/>
              <a:t>• Application mobile</a:t>
            </a:r>
          </a:p>
          <a:p>
            <a:pPr>
              <a:lnSpc>
                <a:spcPct val="100000"/>
              </a:lnSpc>
            </a:pPr>
            <a:endParaRPr lang="fr-FR" sz="1800"/>
          </a:p>
          <a:p>
            <a:pPr>
              <a:lnSpc>
                <a:spcPct val="100000"/>
              </a:lnSpc>
            </a:pPr>
            <a:r>
              <a:rPr lang="fr-FR" sz="1800"/>
              <a:t>Extensions :</a:t>
            </a:r>
          </a:p>
          <a:p>
            <a:pPr>
              <a:lnSpc>
                <a:spcPct val="100000"/>
              </a:lnSpc>
            </a:pPr>
            <a:r>
              <a:rPr lang="fr-FR" sz="1800"/>
              <a:t>• Tracking GPS des shipments</a:t>
            </a:r>
          </a:p>
          <a:p>
            <a:pPr>
              <a:lnSpc>
                <a:spcPct val="100000"/>
              </a:lnSpc>
            </a:pPr>
            <a:r>
              <a:rPr lang="fr-FR" sz="1800"/>
              <a:t>• API météo maritime</a:t>
            </a:r>
          </a:p>
          <a:p>
            <a:pPr>
              <a:lnSpc>
                <a:spcPct val="100000"/>
              </a:lnSpc>
            </a:pPr>
            <a:r>
              <a:rPr lang="fr-FR" sz="1800"/>
              <a:t>• Calculs de fret automatiques</a:t>
            </a:r>
          </a:p>
          <a:p>
            <a:pPr>
              <a:lnSpc>
                <a:spcPct val="100000"/>
              </a:lnSpc>
            </a:pPr>
            <a:r>
              <a:rPr lang="fr-FR" sz="1800"/>
              <a:t>• IA pour l'optimisation</a:t>
            </a:r>
          </a:p>
          <a:p>
            <a:pPr>
              <a:lnSpc>
                <a:spcPct val="10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9616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924463-4DB7-437D-85B1-7EE5042DE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84E975-303E-47A8-B594-8B8635D99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E09A4F-A15B-47D3-8D0C-5312542A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050247-430F-4B46-AB4B-EF8831953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E69A1C-E919-43B0-BA1D-6599CABDF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619E882-12EA-4946-A93B-09E6EA137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53DB2-98EB-8D98-C980-DBD576CD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1219200"/>
            <a:ext cx="9067799" cy="2681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5200" dirty="0"/>
              <a:t>MERCI POUR VOTRE ATTENTION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1999876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7" name="Content Placeholder 36">
            <a:extLst>
              <a:ext uri="{FF2B5EF4-FFF2-40B4-BE49-F238E27FC236}">
                <a16:creationId xmlns:a16="http://schemas.microsoft.com/office/drawing/2014/main" id="{165E2261-8383-15DE-6D1F-C41549333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32" r="-1" b="18739"/>
          <a:stretch>
            <a:fillRect/>
          </a:stretch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9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E9D4E-1863-458E-8166-A6E64C865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C08824-D5AF-47B4-A084-327F6A05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4600C65-6FB1-488E-9C66-1F25CC6D3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BDFEE4C-E27A-4656-AA45-10C056346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9E73A-7DA5-4C84-B395-757FF1941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96C12A-B062-0F4A-8C91-DC7AD2924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386" y="2205613"/>
            <a:ext cx="5301565" cy="379061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C191F-69F6-A71F-14F5-F213304208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76" y="776534"/>
            <a:ext cx="4614984" cy="133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83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D3BBF-3C82-E64D-EDF3-FE04A61C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94623"/>
            <a:ext cx="5996619" cy="213103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4D4363-EDF7-455D-B83A-9343AD20F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4248C9-9186-4DBE-9F5D-F02133F84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8935880-05FC-4BA7-B658-EB15C9423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54D9F4B-038F-0A98-E24A-5FED8FE41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668" y="2667000"/>
            <a:ext cx="3647529" cy="36384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C7CC2-2106-E644-6688-D3CEB9BAD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57" y="3133129"/>
            <a:ext cx="5179237" cy="270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0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1B876-C209-9F1D-AD45-901FEA63C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5179237" cy="2335786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EF8060-0D63-402B-8B09-4993D1FE8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3E187C4-6014-4411-8AF9-DCFD1CFE7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4C30D60-A578-4E7A-A75D-BCD44E067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4D6167-F58B-5172-1254-D129B6F12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565" y="559814"/>
            <a:ext cx="5146081" cy="2335786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4DC323-F608-4529-C7B1-682FF282F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367" y="3124200"/>
            <a:ext cx="2704028" cy="31812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0576D-4FEA-307D-4026-8ED1C639D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68" y="3339342"/>
            <a:ext cx="5070832" cy="27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05E0D-A6A9-E692-0BA9-46E358D1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94623"/>
            <a:ext cx="5996619" cy="213103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4D4363-EDF7-455D-B83A-9343AD20F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4248C9-9186-4DBE-9F5D-F02133F84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8935880-05FC-4BA7-B658-EB15C9423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2319975-8C80-517A-B0AF-FA3CAC6A7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108" y="2667000"/>
            <a:ext cx="3092648" cy="36384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9388D-2EF1-92E9-B483-040DBB6D4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57" y="3430935"/>
            <a:ext cx="5179237" cy="21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8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085DA-6D08-4B0B-9929-965F2CF1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94623"/>
            <a:ext cx="5996619" cy="213103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4D4363-EDF7-455D-B83A-9343AD20F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4248C9-9186-4DBE-9F5D-F02133F84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8935880-05FC-4BA7-B658-EB15C9423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648BE30-E9DB-181F-EE46-DEFAC30C4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392" y="2667000"/>
            <a:ext cx="4182080" cy="36384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29D24-C794-568A-C034-7AD60A4DF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57" y="3107233"/>
            <a:ext cx="5179237" cy="275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4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8D50B-4C48-440D-7DBF-324A3BB7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94623"/>
            <a:ext cx="5996619" cy="213103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4D4363-EDF7-455D-B83A-9343AD20F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4248C9-9186-4DBE-9F5D-F02133F84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8935880-05FC-4BA7-B658-EB15C9423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5A95B66-E551-217A-409E-1B83E9DB4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81" y="2667000"/>
            <a:ext cx="2510502" cy="36384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47098-B7D3-B514-1578-EB4B29B76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57" y="3327351"/>
            <a:ext cx="5179237" cy="231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6729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395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Avenir Next LT Pro</vt:lpstr>
      <vt:lpstr>AvenirNext LT Pro Medium</vt:lpstr>
      <vt:lpstr>Sabon Next LT</vt:lpstr>
      <vt:lpstr>DappledVTI</vt:lpstr>
      <vt:lpstr>DASHBOARD </vt:lpstr>
      <vt:lpstr>OBJECTIF DU PROJET </vt:lpstr>
      <vt:lpstr>TECHNOLOGIES UTILISÉES </vt:lpstr>
      <vt:lpstr>Structure : </vt:lpstr>
      <vt:lpstr>ENTITÉS DU SYSTÈME </vt:lpstr>
      <vt:lpstr>FONCTIONNALITÉS CLÉS  </vt:lpstr>
      <vt:lpstr>SYSTÈME DE VISUALISATION </vt:lpstr>
      <vt:lpstr>FONCTIONNALITÉS SUPPLÉMENTAIRES </vt:lpstr>
      <vt:lpstr>Points Forts </vt:lpstr>
      <vt:lpstr>ROADMAP FUTURE </vt:lpstr>
      <vt:lpstr>MERCI POUR VOTRE ATTENTION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Erchicha</dc:creator>
  <cp:lastModifiedBy>Anas Erchicha</cp:lastModifiedBy>
  <cp:revision>1</cp:revision>
  <dcterms:created xsi:type="dcterms:W3CDTF">2026-01-05T20:24:48Z</dcterms:created>
  <dcterms:modified xsi:type="dcterms:W3CDTF">2026-01-05T20:54:58Z</dcterms:modified>
</cp:coreProperties>
</file>